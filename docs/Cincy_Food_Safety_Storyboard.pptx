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58" r:id="rId4"/>
    <p:sldId id="260" r:id="rId5"/>
    <p:sldId id="256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537C"/>
    <a:srgbClr val="315E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19BB9E-97FD-4C96-ABD8-52863D57ACD8}" v="20" dt="2026-10-24T17:44:01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rah May Zafra" userId="59fc1fd5e4c2474f" providerId="LiveId" clId="{FEA7DBEC-567E-4772-B529-83040F53030B}"/>
    <pc:docChg chg="undo custSel modSld">
      <pc:chgData name="Zarah May Zafra" userId="59fc1fd5e4c2474f" providerId="LiveId" clId="{FEA7DBEC-567E-4772-B529-83040F53030B}" dt="2026-10-24T17:44:03.672" v="194" actId="20577"/>
      <pc:docMkLst>
        <pc:docMk/>
      </pc:docMkLst>
      <pc:sldChg chg="modSp mod">
        <pc:chgData name="Zarah May Zafra" userId="59fc1fd5e4c2474f" providerId="LiveId" clId="{FEA7DBEC-567E-4772-B529-83040F53030B}" dt="2026-10-24T17:39:33.968" v="120" actId="1076"/>
        <pc:sldMkLst>
          <pc:docMk/>
          <pc:sldMk cId="3645526931" sldId="256"/>
        </pc:sldMkLst>
        <pc:spChg chg="mod">
          <ac:chgData name="Zarah May Zafra" userId="59fc1fd5e4c2474f" providerId="LiveId" clId="{FEA7DBEC-567E-4772-B529-83040F53030B}" dt="2026-10-24T17:28:57.071" v="41"/>
          <ac:spMkLst>
            <pc:docMk/>
            <pc:sldMk cId="3645526931" sldId="256"/>
            <ac:spMk id="36" creationId="{2870C165-710C-EC1C-F2E0-24F7F21A02DF}"/>
          </ac:spMkLst>
        </pc:spChg>
        <pc:spChg chg="mod">
          <ac:chgData name="Zarah May Zafra" userId="59fc1fd5e4c2474f" providerId="LiveId" clId="{FEA7DBEC-567E-4772-B529-83040F53030B}" dt="2026-10-24T17:39:33.968" v="120" actId="1076"/>
          <ac:spMkLst>
            <pc:docMk/>
            <pc:sldMk cId="3645526931" sldId="256"/>
            <ac:spMk id="119" creationId="{293D807A-D819-226B-7847-BE6A39728F93}"/>
          </ac:spMkLst>
        </pc:spChg>
        <pc:spChg chg="mod">
          <ac:chgData name="Zarah May Zafra" userId="59fc1fd5e4c2474f" providerId="LiveId" clId="{FEA7DBEC-567E-4772-B529-83040F53030B}" dt="2026-10-24T17:39:33.968" v="120" actId="1076"/>
          <ac:spMkLst>
            <pc:docMk/>
            <pc:sldMk cId="3645526931" sldId="256"/>
            <ac:spMk id="123" creationId="{6DC052E7-386D-B828-4C90-E8E4173D1554}"/>
          </ac:spMkLst>
        </pc:spChg>
      </pc:sldChg>
      <pc:sldChg chg="modSp mod">
        <pc:chgData name="Zarah May Zafra" userId="59fc1fd5e4c2474f" providerId="LiveId" clId="{FEA7DBEC-567E-4772-B529-83040F53030B}" dt="2026-10-24T17:28:09.105" v="40"/>
        <pc:sldMkLst>
          <pc:docMk/>
          <pc:sldMk cId="36484908" sldId="259"/>
        </pc:sldMkLst>
        <pc:spChg chg="mod">
          <ac:chgData name="Zarah May Zafra" userId="59fc1fd5e4c2474f" providerId="LiveId" clId="{FEA7DBEC-567E-4772-B529-83040F53030B}" dt="2026-10-24T17:10:58.622" v="0" actId="207"/>
          <ac:spMkLst>
            <pc:docMk/>
            <pc:sldMk cId="36484908" sldId="259"/>
            <ac:spMk id="24" creationId="{C95CD2E9-6134-31B7-23A0-BF554FA7A12E}"/>
          </ac:spMkLst>
        </pc:spChg>
        <pc:spChg chg="mod">
          <ac:chgData name="Zarah May Zafra" userId="59fc1fd5e4c2474f" providerId="LiveId" clId="{FEA7DBEC-567E-4772-B529-83040F53030B}" dt="2026-10-24T17:28:09.105" v="40"/>
          <ac:spMkLst>
            <pc:docMk/>
            <pc:sldMk cId="36484908" sldId="259"/>
            <ac:spMk id="122" creationId="{B212B2FF-2921-BA79-93FD-1A37FE2F5CE6}"/>
          </ac:spMkLst>
        </pc:spChg>
      </pc:sldChg>
      <pc:sldChg chg="addSp delSp modSp mod">
        <pc:chgData name="Zarah May Zafra" userId="59fc1fd5e4c2474f" providerId="LiveId" clId="{FEA7DBEC-567E-4772-B529-83040F53030B}" dt="2026-10-24T17:26:26.130" v="37" actId="6549"/>
        <pc:sldMkLst>
          <pc:docMk/>
          <pc:sldMk cId="3297531362" sldId="260"/>
        </pc:sldMkLst>
        <pc:spChg chg="add mod">
          <ac:chgData name="Zarah May Zafra" userId="59fc1fd5e4c2474f" providerId="LiveId" clId="{FEA7DBEC-567E-4772-B529-83040F53030B}" dt="2026-10-24T17:13:55.071" v="8" actId="1076"/>
          <ac:spMkLst>
            <pc:docMk/>
            <pc:sldMk cId="3297531362" sldId="260"/>
            <ac:spMk id="6" creationId="{7DE17C79-28A6-EF0B-1996-32D3B5978ECA}"/>
          </ac:spMkLst>
        </pc:spChg>
        <pc:spChg chg="add">
          <ac:chgData name="Zarah May Zafra" userId="59fc1fd5e4c2474f" providerId="LiveId" clId="{FEA7DBEC-567E-4772-B529-83040F53030B}" dt="2026-10-24T17:25:29.533" v="24" actId="22"/>
          <ac:spMkLst>
            <pc:docMk/>
            <pc:sldMk cId="3297531362" sldId="260"/>
            <ac:spMk id="8" creationId="{7E104B53-460C-0591-F2C8-373088B03046}"/>
          </ac:spMkLst>
        </pc:spChg>
        <pc:spChg chg="add mod">
          <ac:chgData name="Zarah May Zafra" userId="59fc1fd5e4c2474f" providerId="LiveId" clId="{FEA7DBEC-567E-4772-B529-83040F53030B}" dt="2026-10-24T17:13:55.071" v="8" actId="1076"/>
          <ac:spMkLst>
            <pc:docMk/>
            <pc:sldMk cId="3297531362" sldId="260"/>
            <ac:spMk id="11" creationId="{3C813704-D3D7-41FA-7E17-0DBAD17DCBA1}"/>
          </ac:spMkLst>
        </pc:spChg>
        <pc:spChg chg="add mod">
          <ac:chgData name="Zarah May Zafra" userId="59fc1fd5e4c2474f" providerId="LiveId" clId="{FEA7DBEC-567E-4772-B529-83040F53030B}" dt="2026-10-24T17:26:26.130" v="37" actId="6549"/>
          <ac:spMkLst>
            <pc:docMk/>
            <pc:sldMk cId="3297531362" sldId="260"/>
            <ac:spMk id="13" creationId="{49CB91B0-2F33-6AD8-0496-8731DC5B1DDB}"/>
          </ac:spMkLst>
        </pc:spChg>
        <pc:spChg chg="add mod">
          <ac:chgData name="Zarah May Zafra" userId="59fc1fd5e4c2474f" providerId="LiveId" clId="{FEA7DBEC-567E-4772-B529-83040F53030B}" dt="2026-10-24T17:13:55.071" v="8" actId="1076"/>
          <ac:spMkLst>
            <pc:docMk/>
            <pc:sldMk cId="3297531362" sldId="260"/>
            <ac:spMk id="15" creationId="{205C78B4-E03D-312F-ADF5-0621C76F4D6D}"/>
          </ac:spMkLst>
        </pc:spChg>
        <pc:spChg chg="mod">
          <ac:chgData name="Zarah May Zafra" userId="59fc1fd5e4c2474f" providerId="LiveId" clId="{FEA7DBEC-567E-4772-B529-83040F53030B}" dt="2026-10-24T17:13:06.964" v="4" actId="1076"/>
          <ac:spMkLst>
            <pc:docMk/>
            <pc:sldMk cId="3297531362" sldId="260"/>
            <ac:spMk id="19" creationId="{792338FA-4B58-0720-7B00-213DD00E3C94}"/>
          </ac:spMkLst>
        </pc:spChg>
        <pc:spChg chg="mod">
          <ac:chgData name="Zarah May Zafra" userId="59fc1fd5e4c2474f" providerId="LiveId" clId="{FEA7DBEC-567E-4772-B529-83040F53030B}" dt="2026-10-24T17:13:06.964" v="4" actId="1076"/>
          <ac:spMkLst>
            <pc:docMk/>
            <pc:sldMk cId="3297531362" sldId="260"/>
            <ac:spMk id="21" creationId="{47A28D44-9E64-ED8C-F89A-0BF5E2891FB7}"/>
          </ac:spMkLst>
        </pc:spChg>
        <pc:spChg chg="add mod">
          <ac:chgData name="Zarah May Zafra" userId="59fc1fd5e4c2474f" providerId="LiveId" clId="{FEA7DBEC-567E-4772-B529-83040F53030B}" dt="2026-10-24T17:13:55.071" v="8" actId="1076"/>
          <ac:spMkLst>
            <pc:docMk/>
            <pc:sldMk cId="3297531362" sldId="260"/>
            <ac:spMk id="23" creationId="{147A32D8-9BC3-F23A-C96D-5EE73D589C14}"/>
          </ac:spMkLst>
        </pc:spChg>
        <pc:spChg chg="mod">
          <ac:chgData name="Zarah May Zafra" userId="59fc1fd5e4c2474f" providerId="LiveId" clId="{FEA7DBEC-567E-4772-B529-83040F53030B}" dt="2026-10-24T17:13:06.964" v="4" actId="1076"/>
          <ac:spMkLst>
            <pc:docMk/>
            <pc:sldMk cId="3297531362" sldId="260"/>
            <ac:spMk id="25" creationId="{DA94802A-782F-AE25-FE3B-AF254A657EE6}"/>
          </ac:spMkLst>
        </pc:spChg>
        <pc:spChg chg="mod">
          <ac:chgData name="Zarah May Zafra" userId="59fc1fd5e4c2474f" providerId="LiveId" clId="{FEA7DBEC-567E-4772-B529-83040F53030B}" dt="2026-10-24T17:13:06.964" v="4" actId="1076"/>
          <ac:spMkLst>
            <pc:docMk/>
            <pc:sldMk cId="3297531362" sldId="260"/>
            <ac:spMk id="28" creationId="{234A025F-20A5-CB74-9187-2BB271FA7746}"/>
          </ac:spMkLst>
        </pc:spChg>
        <pc:spChg chg="add mod">
          <ac:chgData name="Zarah May Zafra" userId="59fc1fd5e4c2474f" providerId="LiveId" clId="{FEA7DBEC-567E-4772-B529-83040F53030B}" dt="2026-10-24T17:13:55.071" v="8" actId="1076"/>
          <ac:spMkLst>
            <pc:docMk/>
            <pc:sldMk cId="3297531362" sldId="260"/>
            <ac:spMk id="29" creationId="{8C1DC5AA-C28F-94D2-042A-101725515E7E}"/>
          </ac:spMkLst>
        </pc:spChg>
        <pc:spChg chg="del">
          <ac:chgData name="Zarah May Zafra" userId="59fc1fd5e4c2474f" providerId="LiveId" clId="{FEA7DBEC-567E-4772-B529-83040F53030B}" dt="2026-10-24T17:13:32.278" v="6" actId="478"/>
          <ac:spMkLst>
            <pc:docMk/>
            <pc:sldMk cId="3297531362" sldId="260"/>
            <ac:spMk id="31" creationId="{6BC5B141-D098-F907-D4EC-4B1AF8905B73}"/>
          </ac:spMkLst>
        </pc:spChg>
        <pc:spChg chg="mod">
          <ac:chgData name="Zarah May Zafra" userId="59fc1fd5e4c2474f" providerId="LiveId" clId="{FEA7DBEC-567E-4772-B529-83040F53030B}" dt="2026-10-24T17:13:10.354" v="5" actId="1076"/>
          <ac:spMkLst>
            <pc:docMk/>
            <pc:sldMk cId="3297531362" sldId="260"/>
            <ac:spMk id="34" creationId="{1BF2056A-045D-AC79-D61E-8B3BAD8DD054}"/>
          </ac:spMkLst>
        </pc:spChg>
        <pc:spChg chg="del">
          <ac:chgData name="Zarah May Zafra" userId="59fc1fd5e4c2474f" providerId="LiveId" clId="{FEA7DBEC-567E-4772-B529-83040F53030B}" dt="2026-10-24T17:13:32.278" v="6" actId="478"/>
          <ac:spMkLst>
            <pc:docMk/>
            <pc:sldMk cId="3297531362" sldId="260"/>
            <ac:spMk id="35" creationId="{ECD8A529-6EFB-8E14-D811-3E97DDC9056B}"/>
          </ac:spMkLst>
        </pc:spChg>
        <pc:spChg chg="add del">
          <ac:chgData name="Zarah May Zafra" userId="59fc1fd5e4c2474f" providerId="LiveId" clId="{FEA7DBEC-567E-4772-B529-83040F53030B}" dt="2026-10-24T17:12:58.261" v="3" actId="478"/>
          <ac:spMkLst>
            <pc:docMk/>
            <pc:sldMk cId="3297531362" sldId="260"/>
            <ac:spMk id="36" creationId="{42B8AAE7-C366-10FA-33B4-668C07B17D17}"/>
          </ac:spMkLst>
        </pc:spChg>
        <pc:spChg chg="add mod">
          <ac:chgData name="Zarah May Zafra" userId="59fc1fd5e4c2474f" providerId="LiveId" clId="{FEA7DBEC-567E-4772-B529-83040F53030B}" dt="2026-10-24T17:13:55.071" v="8" actId="1076"/>
          <ac:spMkLst>
            <pc:docMk/>
            <pc:sldMk cId="3297531362" sldId="260"/>
            <ac:spMk id="40" creationId="{99DE701A-7896-95B3-F2D1-0754C2DD7F42}"/>
          </ac:spMkLst>
        </pc:spChg>
        <pc:spChg chg="del">
          <ac:chgData name="Zarah May Zafra" userId="59fc1fd5e4c2474f" providerId="LiveId" clId="{FEA7DBEC-567E-4772-B529-83040F53030B}" dt="2026-10-24T17:13:32.278" v="6" actId="478"/>
          <ac:spMkLst>
            <pc:docMk/>
            <pc:sldMk cId="3297531362" sldId="260"/>
            <ac:spMk id="43" creationId="{E2EAC564-A616-0A59-AB80-1F0E5F95EFD4}"/>
          </ac:spMkLst>
        </pc:spChg>
        <pc:spChg chg="del">
          <ac:chgData name="Zarah May Zafra" userId="59fc1fd5e4c2474f" providerId="LiveId" clId="{FEA7DBEC-567E-4772-B529-83040F53030B}" dt="2026-10-24T17:13:32.278" v="6" actId="478"/>
          <ac:spMkLst>
            <pc:docMk/>
            <pc:sldMk cId="3297531362" sldId="260"/>
            <ac:spMk id="45" creationId="{9444939B-1443-9913-A29D-50C6E673BB00}"/>
          </ac:spMkLst>
        </pc:spChg>
        <pc:spChg chg="del">
          <ac:chgData name="Zarah May Zafra" userId="59fc1fd5e4c2474f" providerId="LiveId" clId="{FEA7DBEC-567E-4772-B529-83040F53030B}" dt="2026-10-24T17:13:32.278" v="6" actId="478"/>
          <ac:spMkLst>
            <pc:docMk/>
            <pc:sldMk cId="3297531362" sldId="260"/>
            <ac:spMk id="53" creationId="{ACC5657A-72EA-DE43-1E63-98D56CEB83A5}"/>
          </ac:spMkLst>
        </pc:spChg>
        <pc:spChg chg="add mod">
          <ac:chgData name="Zarah May Zafra" userId="59fc1fd5e4c2474f" providerId="LiveId" clId="{FEA7DBEC-567E-4772-B529-83040F53030B}" dt="2026-10-24T17:13:55.071" v="8" actId="1076"/>
          <ac:spMkLst>
            <pc:docMk/>
            <pc:sldMk cId="3297531362" sldId="260"/>
            <ac:spMk id="54" creationId="{C55ABB28-182B-CD25-F424-5F581DAD5F3B}"/>
          </ac:spMkLst>
        </pc:spChg>
        <pc:spChg chg="del">
          <ac:chgData name="Zarah May Zafra" userId="59fc1fd5e4c2474f" providerId="LiveId" clId="{FEA7DBEC-567E-4772-B529-83040F53030B}" dt="2026-10-24T17:13:32.278" v="6" actId="478"/>
          <ac:spMkLst>
            <pc:docMk/>
            <pc:sldMk cId="3297531362" sldId="260"/>
            <ac:spMk id="55" creationId="{53FC4D11-346F-D48F-C545-8663A9AF28BD}"/>
          </ac:spMkLst>
        </pc:spChg>
        <pc:spChg chg="del">
          <ac:chgData name="Zarah May Zafra" userId="59fc1fd5e4c2474f" providerId="LiveId" clId="{FEA7DBEC-567E-4772-B529-83040F53030B}" dt="2026-10-24T17:13:32.278" v="6" actId="478"/>
          <ac:spMkLst>
            <pc:docMk/>
            <pc:sldMk cId="3297531362" sldId="260"/>
            <ac:spMk id="57" creationId="{6AC84B46-F066-DBA4-6068-8F1CC6A7AE6C}"/>
          </ac:spMkLst>
        </pc:spChg>
        <pc:spChg chg="add mod">
          <ac:chgData name="Zarah May Zafra" userId="59fc1fd5e4c2474f" providerId="LiveId" clId="{FEA7DBEC-567E-4772-B529-83040F53030B}" dt="2026-10-24T17:13:55.071" v="8" actId="1076"/>
          <ac:spMkLst>
            <pc:docMk/>
            <pc:sldMk cId="3297531362" sldId="260"/>
            <ac:spMk id="58" creationId="{6CCC617A-CA0C-2E39-37A9-95A19A5F4B80}"/>
          </ac:spMkLst>
        </pc:spChg>
        <pc:spChg chg="del">
          <ac:chgData name="Zarah May Zafra" userId="59fc1fd5e4c2474f" providerId="LiveId" clId="{FEA7DBEC-567E-4772-B529-83040F53030B}" dt="2026-10-24T17:13:32.278" v="6" actId="478"/>
          <ac:spMkLst>
            <pc:docMk/>
            <pc:sldMk cId="3297531362" sldId="260"/>
            <ac:spMk id="59" creationId="{EF67DDD3-F209-95BF-F3EC-21B6836495E5}"/>
          </ac:spMkLst>
        </pc:spChg>
        <pc:spChg chg="del">
          <ac:chgData name="Zarah May Zafra" userId="59fc1fd5e4c2474f" providerId="LiveId" clId="{FEA7DBEC-567E-4772-B529-83040F53030B}" dt="2026-10-24T17:13:32.278" v="6" actId="478"/>
          <ac:spMkLst>
            <pc:docMk/>
            <pc:sldMk cId="3297531362" sldId="260"/>
            <ac:spMk id="61" creationId="{374D4801-A6DE-0010-AA72-D6FA9B52515A}"/>
          </ac:spMkLst>
        </pc:spChg>
        <pc:spChg chg="add mod">
          <ac:chgData name="Zarah May Zafra" userId="59fc1fd5e4c2474f" providerId="LiveId" clId="{FEA7DBEC-567E-4772-B529-83040F53030B}" dt="2026-10-24T17:13:55.071" v="8" actId="1076"/>
          <ac:spMkLst>
            <pc:docMk/>
            <pc:sldMk cId="3297531362" sldId="260"/>
            <ac:spMk id="62" creationId="{2C19DA7C-08EA-F47D-E9A9-A700BE528F15}"/>
          </ac:spMkLst>
        </pc:spChg>
        <pc:spChg chg="del">
          <ac:chgData name="Zarah May Zafra" userId="59fc1fd5e4c2474f" providerId="LiveId" clId="{FEA7DBEC-567E-4772-B529-83040F53030B}" dt="2026-10-24T17:13:32.278" v="6" actId="478"/>
          <ac:spMkLst>
            <pc:docMk/>
            <pc:sldMk cId="3297531362" sldId="260"/>
            <ac:spMk id="63" creationId="{612C5FC9-DDEA-66F8-EC56-DD1A8DC43B92}"/>
          </ac:spMkLst>
        </pc:spChg>
        <pc:spChg chg="mod">
          <ac:chgData name="Zarah May Zafra" userId="59fc1fd5e4c2474f" providerId="LiveId" clId="{FEA7DBEC-567E-4772-B529-83040F53030B}" dt="2026-10-24T17:25:35.606" v="25" actId="1076"/>
          <ac:spMkLst>
            <pc:docMk/>
            <pc:sldMk cId="3297531362" sldId="260"/>
            <ac:spMk id="65" creationId="{4E148758-CCEB-4CF8-B12F-39798759EE98}"/>
          </ac:spMkLst>
        </pc:spChg>
        <pc:spChg chg="add mod">
          <ac:chgData name="Zarah May Zafra" userId="59fc1fd5e4c2474f" providerId="LiveId" clId="{FEA7DBEC-567E-4772-B529-83040F53030B}" dt="2026-10-24T17:13:55.071" v="8" actId="1076"/>
          <ac:spMkLst>
            <pc:docMk/>
            <pc:sldMk cId="3297531362" sldId="260"/>
            <ac:spMk id="66" creationId="{160B372A-BC2C-3439-09A1-A3F40612D9C8}"/>
          </ac:spMkLst>
        </pc:spChg>
        <pc:spChg chg="mod">
          <ac:chgData name="Zarah May Zafra" userId="59fc1fd5e4c2474f" providerId="LiveId" clId="{FEA7DBEC-567E-4772-B529-83040F53030B}" dt="2026-10-24T17:25:35.606" v="25" actId="1076"/>
          <ac:spMkLst>
            <pc:docMk/>
            <pc:sldMk cId="3297531362" sldId="260"/>
            <ac:spMk id="67" creationId="{2EB8E304-B9D4-8E53-7653-51963183834D}"/>
          </ac:spMkLst>
        </pc:spChg>
        <pc:spChg chg="mod">
          <ac:chgData name="Zarah May Zafra" userId="59fc1fd5e4c2474f" providerId="LiveId" clId="{FEA7DBEC-567E-4772-B529-83040F53030B}" dt="2026-10-24T17:25:35.606" v="25" actId="1076"/>
          <ac:spMkLst>
            <pc:docMk/>
            <pc:sldMk cId="3297531362" sldId="260"/>
            <ac:spMk id="69" creationId="{81482362-C27B-1E86-306E-D98A577D911F}"/>
          </ac:spMkLst>
        </pc:spChg>
        <pc:spChg chg="mod">
          <ac:chgData name="Zarah May Zafra" userId="59fc1fd5e4c2474f" providerId="LiveId" clId="{FEA7DBEC-567E-4772-B529-83040F53030B}" dt="2026-10-24T17:25:35.606" v="25" actId="1076"/>
          <ac:spMkLst>
            <pc:docMk/>
            <pc:sldMk cId="3297531362" sldId="260"/>
            <ac:spMk id="71" creationId="{61349453-CC66-1086-1890-1C93B8131A3D}"/>
          </ac:spMkLst>
        </pc:spChg>
      </pc:sldChg>
      <pc:sldChg chg="addSp delSp modSp mod">
        <pc:chgData name="Zarah May Zafra" userId="59fc1fd5e4c2474f" providerId="LiveId" clId="{FEA7DBEC-567E-4772-B529-83040F53030B}" dt="2026-10-24T17:44:03.672" v="194" actId="20577"/>
        <pc:sldMkLst>
          <pc:docMk/>
          <pc:sldMk cId="2423504888" sldId="261"/>
        </pc:sldMkLst>
        <pc:spChg chg="mod">
          <ac:chgData name="Zarah May Zafra" userId="59fc1fd5e4c2474f" providerId="LiveId" clId="{FEA7DBEC-567E-4772-B529-83040F53030B}" dt="2026-10-24T17:35:30.901" v="59" actId="14100"/>
          <ac:spMkLst>
            <pc:docMk/>
            <pc:sldMk cId="2423504888" sldId="261"/>
            <ac:spMk id="4" creationId="{0B00950A-D337-06AC-7983-1AE722FAA235}"/>
          </ac:spMkLst>
        </pc:spChg>
        <pc:spChg chg="mod">
          <ac:chgData name="Zarah May Zafra" userId="59fc1fd5e4c2474f" providerId="LiveId" clId="{FEA7DBEC-567E-4772-B529-83040F53030B}" dt="2026-10-24T17:35:39.196" v="61" actId="1076"/>
          <ac:spMkLst>
            <pc:docMk/>
            <pc:sldMk cId="2423504888" sldId="261"/>
            <ac:spMk id="5" creationId="{BA27265E-6658-DC0A-9E25-BA6762E5DA8E}"/>
          </ac:spMkLst>
        </pc:spChg>
        <pc:spChg chg="mod">
          <ac:chgData name="Zarah May Zafra" userId="59fc1fd5e4c2474f" providerId="LiveId" clId="{FEA7DBEC-567E-4772-B529-83040F53030B}" dt="2026-10-24T17:35:43.587" v="62" actId="1076"/>
          <ac:spMkLst>
            <pc:docMk/>
            <pc:sldMk cId="2423504888" sldId="261"/>
            <ac:spMk id="6" creationId="{C795278E-A561-1967-525F-CE5CAECBAFB8}"/>
          </ac:spMkLst>
        </pc:spChg>
        <pc:spChg chg="mod">
          <ac:chgData name="Zarah May Zafra" userId="59fc1fd5e4c2474f" providerId="LiveId" clId="{FEA7DBEC-567E-4772-B529-83040F53030B}" dt="2026-10-24T17:39:14.509" v="117" actId="14100"/>
          <ac:spMkLst>
            <pc:docMk/>
            <pc:sldMk cId="2423504888" sldId="261"/>
            <ac:spMk id="7" creationId="{3BBC7E51-C57F-C7C0-E57A-E8CC4AC6C55E}"/>
          </ac:spMkLst>
        </pc:spChg>
        <pc:spChg chg="mod">
          <ac:chgData name="Zarah May Zafra" userId="59fc1fd5e4c2474f" providerId="LiveId" clId="{FEA7DBEC-567E-4772-B529-83040F53030B}" dt="2026-10-24T17:35:46.938" v="63" actId="1076"/>
          <ac:spMkLst>
            <pc:docMk/>
            <pc:sldMk cId="2423504888" sldId="261"/>
            <ac:spMk id="8" creationId="{9A71CE14-DBC0-8792-39C7-2D2B032F04B5}"/>
          </ac:spMkLst>
        </pc:spChg>
        <pc:spChg chg="mod">
          <ac:chgData name="Zarah May Zafra" userId="59fc1fd5e4c2474f" providerId="LiveId" clId="{FEA7DBEC-567E-4772-B529-83040F53030B}" dt="2026-10-24T17:35:49.894" v="64" actId="1076"/>
          <ac:spMkLst>
            <pc:docMk/>
            <pc:sldMk cId="2423504888" sldId="261"/>
            <ac:spMk id="9" creationId="{38B13FB8-8D7C-DB1B-DB67-7F5C6E707E27}"/>
          </ac:spMkLst>
        </pc:spChg>
        <pc:spChg chg="mod">
          <ac:chgData name="Zarah May Zafra" userId="59fc1fd5e4c2474f" providerId="LiveId" clId="{FEA7DBEC-567E-4772-B529-83040F53030B}" dt="2026-10-24T17:39:18.425" v="118" actId="14100"/>
          <ac:spMkLst>
            <pc:docMk/>
            <pc:sldMk cId="2423504888" sldId="261"/>
            <ac:spMk id="10" creationId="{BCEA6B90-EACA-56F8-0D06-2CA47874D61A}"/>
          </ac:spMkLst>
        </pc:spChg>
        <pc:spChg chg="mod">
          <ac:chgData name="Zarah May Zafra" userId="59fc1fd5e4c2474f" providerId="LiveId" clId="{FEA7DBEC-567E-4772-B529-83040F53030B}" dt="2026-10-24T17:35:52.468" v="65" actId="1076"/>
          <ac:spMkLst>
            <pc:docMk/>
            <pc:sldMk cId="2423504888" sldId="261"/>
            <ac:spMk id="11" creationId="{FB2FA009-2A5A-34A8-0974-2DDA4DD75BE1}"/>
          </ac:spMkLst>
        </pc:spChg>
        <pc:spChg chg="mod">
          <ac:chgData name="Zarah May Zafra" userId="59fc1fd5e4c2474f" providerId="LiveId" clId="{FEA7DBEC-567E-4772-B529-83040F53030B}" dt="2026-10-24T17:35:54.410" v="66" actId="1076"/>
          <ac:spMkLst>
            <pc:docMk/>
            <pc:sldMk cId="2423504888" sldId="261"/>
            <ac:spMk id="12" creationId="{7BCE09F4-AB36-B60B-C89D-935629F30EA5}"/>
          </ac:spMkLst>
        </pc:spChg>
        <pc:spChg chg="del">
          <ac:chgData name="Zarah May Zafra" userId="59fc1fd5e4c2474f" providerId="LiveId" clId="{FEA7DBEC-567E-4772-B529-83040F53030B}" dt="2026-10-24T17:27:08.494" v="39" actId="478"/>
          <ac:spMkLst>
            <pc:docMk/>
            <pc:sldMk cId="2423504888" sldId="261"/>
            <ac:spMk id="13" creationId="{B21469F9-8760-6117-67C3-BE2947287DC4}"/>
          </ac:spMkLst>
        </pc:spChg>
        <pc:spChg chg="del">
          <ac:chgData name="Zarah May Zafra" userId="59fc1fd5e4c2474f" providerId="LiveId" clId="{FEA7DBEC-567E-4772-B529-83040F53030B}" dt="2026-10-24T17:27:08.494" v="39" actId="478"/>
          <ac:spMkLst>
            <pc:docMk/>
            <pc:sldMk cId="2423504888" sldId="261"/>
            <ac:spMk id="15" creationId="{550E65DB-0BCD-EDBF-C1D1-00FAF5737316}"/>
          </ac:spMkLst>
        </pc:spChg>
        <pc:spChg chg="mod">
          <ac:chgData name="Zarah May Zafra" userId="59fc1fd5e4c2474f" providerId="LiveId" clId="{FEA7DBEC-567E-4772-B529-83040F53030B}" dt="2026-10-24T17:41:41.176" v="136" actId="1076"/>
          <ac:spMkLst>
            <pc:docMk/>
            <pc:sldMk cId="2423504888" sldId="261"/>
            <ac:spMk id="19" creationId="{7666275F-5642-D197-8A05-0301069371E4}"/>
          </ac:spMkLst>
        </pc:spChg>
        <pc:spChg chg="del">
          <ac:chgData name="Zarah May Zafra" userId="59fc1fd5e4c2474f" providerId="LiveId" clId="{FEA7DBEC-567E-4772-B529-83040F53030B}" dt="2026-10-24T17:27:08.494" v="39" actId="478"/>
          <ac:spMkLst>
            <pc:docMk/>
            <pc:sldMk cId="2423504888" sldId="261"/>
            <ac:spMk id="20" creationId="{A26119D2-F84E-F23C-24AE-7EDFD15ACE3F}"/>
          </ac:spMkLst>
        </pc:spChg>
        <pc:spChg chg="del mod">
          <ac:chgData name="Zarah May Zafra" userId="59fc1fd5e4c2474f" providerId="LiveId" clId="{FEA7DBEC-567E-4772-B529-83040F53030B}" dt="2026-10-24T17:38:49.182" v="114" actId="478"/>
          <ac:spMkLst>
            <pc:docMk/>
            <pc:sldMk cId="2423504888" sldId="261"/>
            <ac:spMk id="21" creationId="{78CEF643-96AC-337E-DAF4-037DD6512B82}"/>
          </ac:spMkLst>
        </pc:spChg>
        <pc:spChg chg="del mod">
          <ac:chgData name="Zarah May Zafra" userId="59fc1fd5e4c2474f" providerId="LiveId" clId="{FEA7DBEC-567E-4772-B529-83040F53030B}" dt="2026-10-24T17:38:49.182" v="114" actId="478"/>
          <ac:spMkLst>
            <pc:docMk/>
            <pc:sldMk cId="2423504888" sldId="261"/>
            <ac:spMk id="23" creationId="{1CFF75E1-72F1-6B2A-D40C-9686F4C4DBFE}"/>
          </ac:spMkLst>
        </pc:spChg>
        <pc:spChg chg="del mod">
          <ac:chgData name="Zarah May Zafra" userId="59fc1fd5e4c2474f" providerId="LiveId" clId="{FEA7DBEC-567E-4772-B529-83040F53030B}" dt="2026-10-24T17:38:49.182" v="114" actId="478"/>
          <ac:spMkLst>
            <pc:docMk/>
            <pc:sldMk cId="2423504888" sldId="261"/>
            <ac:spMk id="25" creationId="{30A810CE-E38B-A079-579C-8BF1CDF7AD16}"/>
          </ac:spMkLst>
        </pc:spChg>
        <pc:spChg chg="del mod">
          <ac:chgData name="Zarah May Zafra" userId="59fc1fd5e4c2474f" providerId="LiveId" clId="{FEA7DBEC-567E-4772-B529-83040F53030B}" dt="2026-10-24T17:38:49.182" v="114" actId="478"/>
          <ac:spMkLst>
            <pc:docMk/>
            <pc:sldMk cId="2423504888" sldId="261"/>
            <ac:spMk id="27" creationId="{7D88D7B4-1A35-60E9-CA29-59D56C149D79}"/>
          </ac:spMkLst>
        </pc:spChg>
        <pc:spChg chg="del mod">
          <ac:chgData name="Zarah May Zafra" userId="59fc1fd5e4c2474f" providerId="LiveId" clId="{FEA7DBEC-567E-4772-B529-83040F53030B}" dt="2026-10-24T17:38:49.182" v="114" actId="478"/>
          <ac:spMkLst>
            <pc:docMk/>
            <pc:sldMk cId="2423504888" sldId="261"/>
            <ac:spMk id="29" creationId="{0B5FA57A-4135-71E4-8589-D0A33FE02E1D}"/>
          </ac:spMkLst>
        </pc:spChg>
        <pc:spChg chg="del mod">
          <ac:chgData name="Zarah May Zafra" userId="59fc1fd5e4c2474f" providerId="LiveId" clId="{FEA7DBEC-567E-4772-B529-83040F53030B}" dt="2026-10-24T17:38:49.182" v="114" actId="478"/>
          <ac:spMkLst>
            <pc:docMk/>
            <pc:sldMk cId="2423504888" sldId="261"/>
            <ac:spMk id="31" creationId="{3CFB07A0-355E-5917-01F9-B5AA197784DC}"/>
          </ac:spMkLst>
        </pc:spChg>
        <pc:spChg chg="mod">
          <ac:chgData name="Zarah May Zafra" userId="59fc1fd5e4c2474f" providerId="LiveId" clId="{FEA7DBEC-567E-4772-B529-83040F53030B}" dt="2026-10-24T17:33:09.819" v="48" actId="14100"/>
          <ac:spMkLst>
            <pc:docMk/>
            <pc:sldMk cId="2423504888" sldId="261"/>
            <ac:spMk id="33" creationId="{B42EF30B-3992-C5AF-579E-A360D87B4CB8}"/>
          </ac:spMkLst>
        </pc:spChg>
        <pc:spChg chg="add mod">
          <ac:chgData name="Zarah May Zafra" userId="59fc1fd5e4c2474f" providerId="LiveId" clId="{FEA7DBEC-567E-4772-B529-83040F53030B}" dt="2026-10-24T17:40:47.986" v="128" actId="1076"/>
          <ac:spMkLst>
            <pc:docMk/>
            <pc:sldMk cId="2423504888" sldId="261"/>
            <ac:spMk id="35" creationId="{3EEB15D1-F81D-E412-B96F-E0B9AF0B487A}"/>
          </ac:spMkLst>
        </pc:spChg>
        <pc:spChg chg="mod">
          <ac:chgData name="Zarah May Zafra" userId="59fc1fd5e4c2474f" providerId="LiveId" clId="{FEA7DBEC-567E-4772-B529-83040F53030B}" dt="2026-10-24T17:26:52.411" v="38"/>
          <ac:spMkLst>
            <pc:docMk/>
            <pc:sldMk cId="2423504888" sldId="261"/>
            <ac:spMk id="36" creationId="{381D1B5B-85BE-67DF-39AD-A08397A7CC3C}"/>
          </ac:spMkLst>
        </pc:spChg>
        <pc:spChg chg="mod">
          <ac:chgData name="Zarah May Zafra" userId="59fc1fd5e4c2474f" providerId="LiveId" clId="{FEA7DBEC-567E-4772-B529-83040F53030B}" dt="2026-10-24T17:32:36.780" v="42" actId="1076"/>
          <ac:spMkLst>
            <pc:docMk/>
            <pc:sldMk cId="2423504888" sldId="261"/>
            <ac:spMk id="38" creationId="{805B9FBD-E48D-C6E9-FE17-CE64AB86A22A}"/>
          </ac:spMkLst>
        </pc:spChg>
        <pc:spChg chg="mod">
          <ac:chgData name="Zarah May Zafra" userId="59fc1fd5e4c2474f" providerId="LiveId" clId="{FEA7DBEC-567E-4772-B529-83040F53030B}" dt="2026-10-24T17:42:07.856" v="141" actId="1076"/>
          <ac:spMkLst>
            <pc:docMk/>
            <pc:sldMk cId="2423504888" sldId="261"/>
            <ac:spMk id="39" creationId="{28FA91D1-64B5-B549-D4D9-46D3E516D0A6}"/>
          </ac:spMkLst>
        </pc:spChg>
        <pc:spChg chg="mod">
          <ac:chgData name="Zarah May Zafra" userId="59fc1fd5e4c2474f" providerId="LiveId" clId="{FEA7DBEC-567E-4772-B529-83040F53030B}" dt="2026-10-24T17:32:36.780" v="42" actId="1076"/>
          <ac:spMkLst>
            <pc:docMk/>
            <pc:sldMk cId="2423504888" sldId="261"/>
            <ac:spMk id="40" creationId="{3793F550-EE3E-338E-DCE9-E5DD9DBBF7BC}"/>
          </ac:spMkLst>
        </pc:spChg>
        <pc:spChg chg="mod">
          <ac:chgData name="Zarah May Zafra" userId="59fc1fd5e4c2474f" providerId="LiveId" clId="{FEA7DBEC-567E-4772-B529-83040F53030B}" dt="2026-10-24T17:32:36.780" v="42" actId="1076"/>
          <ac:spMkLst>
            <pc:docMk/>
            <pc:sldMk cId="2423504888" sldId="261"/>
            <ac:spMk id="42" creationId="{9973D87A-660F-A663-7484-DC315A56F2CB}"/>
          </ac:spMkLst>
        </pc:spChg>
        <pc:spChg chg="add mod">
          <ac:chgData name="Zarah May Zafra" userId="59fc1fd5e4c2474f" providerId="LiveId" clId="{FEA7DBEC-567E-4772-B529-83040F53030B}" dt="2026-10-24T17:42:07.856" v="141" actId="1076"/>
          <ac:spMkLst>
            <pc:docMk/>
            <pc:sldMk cId="2423504888" sldId="261"/>
            <ac:spMk id="43" creationId="{790B441A-E3D6-4A70-513A-8E3739901864}"/>
          </ac:spMkLst>
        </pc:spChg>
        <pc:spChg chg="add mod">
          <ac:chgData name="Zarah May Zafra" userId="59fc1fd5e4c2474f" providerId="LiveId" clId="{FEA7DBEC-567E-4772-B529-83040F53030B}" dt="2026-10-24T17:42:07.856" v="141" actId="1076"/>
          <ac:spMkLst>
            <pc:docMk/>
            <pc:sldMk cId="2423504888" sldId="261"/>
            <ac:spMk id="45" creationId="{7073BB39-3153-B671-5B0A-D72F57B43ABB}"/>
          </ac:spMkLst>
        </pc:spChg>
        <pc:spChg chg="add del mod">
          <ac:chgData name="Zarah May Zafra" userId="59fc1fd5e4c2474f" providerId="LiveId" clId="{FEA7DBEC-567E-4772-B529-83040F53030B}" dt="2026-10-24T17:37:00.035" v="95" actId="478"/>
          <ac:spMkLst>
            <pc:docMk/>
            <pc:sldMk cId="2423504888" sldId="261"/>
            <ac:spMk id="47" creationId="{560D233A-7D34-49C6-E817-7BCC3352A13C}"/>
          </ac:spMkLst>
        </pc:spChg>
        <pc:spChg chg="mod">
          <ac:chgData name="Zarah May Zafra" userId="59fc1fd5e4c2474f" providerId="LiveId" clId="{FEA7DBEC-567E-4772-B529-83040F53030B}" dt="2026-10-24T17:40:53.726" v="129" actId="14100"/>
          <ac:spMkLst>
            <pc:docMk/>
            <pc:sldMk cId="2423504888" sldId="261"/>
            <ac:spMk id="49" creationId="{66250262-7CEC-0F9E-AA00-31EFD5A01A68}"/>
          </ac:spMkLst>
        </pc:spChg>
        <pc:spChg chg="add mod">
          <ac:chgData name="Zarah May Zafra" userId="59fc1fd5e4c2474f" providerId="LiveId" clId="{FEA7DBEC-567E-4772-B529-83040F53030B}" dt="2026-10-24T17:40:21.406" v="124" actId="1076"/>
          <ac:spMkLst>
            <pc:docMk/>
            <pc:sldMk cId="2423504888" sldId="261"/>
            <ac:spMk id="51" creationId="{E4DDC132-D81A-0839-655D-37ACA50642A5}"/>
          </ac:spMkLst>
        </pc:spChg>
        <pc:spChg chg="add mod">
          <ac:chgData name="Zarah May Zafra" userId="59fc1fd5e4c2474f" providerId="LiveId" clId="{FEA7DBEC-567E-4772-B529-83040F53030B}" dt="2026-10-24T17:40:21.406" v="124" actId="1076"/>
          <ac:spMkLst>
            <pc:docMk/>
            <pc:sldMk cId="2423504888" sldId="261"/>
            <ac:spMk id="53" creationId="{A061B10F-6FED-6A75-EA63-3DA8D6F677AF}"/>
          </ac:spMkLst>
        </pc:spChg>
        <pc:spChg chg="add del mod">
          <ac:chgData name="Zarah May Zafra" userId="59fc1fd5e4c2474f" providerId="LiveId" clId="{FEA7DBEC-567E-4772-B529-83040F53030B}" dt="2026-10-24T17:38:29.826" v="110" actId="478"/>
          <ac:spMkLst>
            <pc:docMk/>
            <pc:sldMk cId="2423504888" sldId="261"/>
            <ac:spMk id="55" creationId="{668C72CD-2988-8C0E-D05C-1988DA29109D}"/>
          </ac:spMkLst>
        </pc:spChg>
        <pc:spChg chg="add del mod">
          <ac:chgData name="Zarah May Zafra" userId="59fc1fd5e4c2474f" providerId="LiveId" clId="{FEA7DBEC-567E-4772-B529-83040F53030B}" dt="2026-10-24T17:37:00.035" v="95" actId="478"/>
          <ac:spMkLst>
            <pc:docMk/>
            <pc:sldMk cId="2423504888" sldId="261"/>
            <ac:spMk id="64" creationId="{304E2FAA-1171-8B4D-D9C8-77AABA1A7346}"/>
          </ac:spMkLst>
        </pc:spChg>
        <pc:spChg chg="add mod">
          <ac:chgData name="Zarah May Zafra" userId="59fc1fd5e4c2474f" providerId="LiveId" clId="{FEA7DBEC-567E-4772-B529-83040F53030B}" dt="2026-10-24T17:41:00.890" v="130" actId="14100"/>
          <ac:spMkLst>
            <pc:docMk/>
            <pc:sldMk cId="2423504888" sldId="261"/>
            <ac:spMk id="66" creationId="{938F69F7-7B16-B1EC-C5FE-66499736ABFF}"/>
          </ac:spMkLst>
        </pc:spChg>
        <pc:spChg chg="mod">
          <ac:chgData name="Zarah May Zafra" userId="59fc1fd5e4c2474f" providerId="LiveId" clId="{FEA7DBEC-567E-4772-B529-83040F53030B}" dt="2026-10-24T17:40:28.800" v="125" actId="1076"/>
          <ac:spMkLst>
            <pc:docMk/>
            <pc:sldMk cId="2423504888" sldId="261"/>
            <ac:spMk id="68" creationId="{B722EC8C-1263-4D49-4AD2-F088B35F2FDA}"/>
          </ac:spMkLst>
        </pc:spChg>
        <pc:spChg chg="mod">
          <ac:chgData name="Zarah May Zafra" userId="59fc1fd5e4c2474f" providerId="LiveId" clId="{FEA7DBEC-567E-4772-B529-83040F53030B}" dt="2026-10-24T17:33:04.459" v="47" actId="1076"/>
          <ac:spMkLst>
            <pc:docMk/>
            <pc:sldMk cId="2423504888" sldId="261"/>
            <ac:spMk id="69" creationId="{54DAE968-1682-3546-B5BB-E9591FF0ADA8}"/>
          </ac:spMkLst>
        </pc:spChg>
        <pc:spChg chg="add del mod">
          <ac:chgData name="Zarah May Zafra" userId="59fc1fd5e4c2474f" providerId="LiveId" clId="{FEA7DBEC-567E-4772-B529-83040F53030B}" dt="2026-10-24T17:38:11.621" v="105" actId="478"/>
          <ac:spMkLst>
            <pc:docMk/>
            <pc:sldMk cId="2423504888" sldId="261"/>
            <ac:spMk id="72" creationId="{6FDF934A-460E-03B3-5AF4-BA3BCCFAEC8F}"/>
          </ac:spMkLst>
        </pc:spChg>
        <pc:spChg chg="del mod">
          <ac:chgData name="Zarah May Zafra" userId="59fc1fd5e4c2474f" providerId="LiveId" clId="{FEA7DBEC-567E-4772-B529-83040F53030B}" dt="2026-10-24T17:38:31.087" v="111" actId="478"/>
          <ac:spMkLst>
            <pc:docMk/>
            <pc:sldMk cId="2423504888" sldId="261"/>
            <ac:spMk id="74" creationId="{C7D2E7C1-3176-BBBE-8F74-B0268242F4C6}"/>
          </ac:spMkLst>
        </pc:spChg>
        <pc:spChg chg="del">
          <ac:chgData name="Zarah May Zafra" userId="59fc1fd5e4c2474f" providerId="LiveId" clId="{FEA7DBEC-567E-4772-B529-83040F53030B}" dt="2026-10-24T17:37:00.035" v="95" actId="478"/>
          <ac:spMkLst>
            <pc:docMk/>
            <pc:sldMk cId="2423504888" sldId="261"/>
            <ac:spMk id="76" creationId="{4B0FD697-16EA-B44B-6B90-BED74570705A}"/>
          </ac:spMkLst>
        </pc:spChg>
        <pc:spChg chg="add mod">
          <ac:chgData name="Zarah May Zafra" userId="59fc1fd5e4c2474f" providerId="LiveId" clId="{FEA7DBEC-567E-4772-B529-83040F53030B}" dt="2026-10-24T17:40:28.800" v="125" actId="1076"/>
          <ac:spMkLst>
            <pc:docMk/>
            <pc:sldMk cId="2423504888" sldId="261"/>
            <ac:spMk id="78" creationId="{D2E3DDF5-D72C-27DF-6487-27D98D7A9DDA}"/>
          </ac:spMkLst>
        </pc:spChg>
        <pc:spChg chg="add mod">
          <ac:chgData name="Zarah May Zafra" userId="59fc1fd5e4c2474f" providerId="LiveId" clId="{FEA7DBEC-567E-4772-B529-83040F53030B}" dt="2026-10-24T17:40:21.406" v="124" actId="1076"/>
          <ac:spMkLst>
            <pc:docMk/>
            <pc:sldMk cId="2423504888" sldId="261"/>
            <ac:spMk id="80" creationId="{F696F889-91BF-4944-0203-66B922D210F3}"/>
          </ac:spMkLst>
        </pc:spChg>
        <pc:spChg chg="add mod">
          <ac:chgData name="Zarah May Zafra" userId="59fc1fd5e4c2474f" providerId="LiveId" clId="{FEA7DBEC-567E-4772-B529-83040F53030B}" dt="2026-10-24T17:40:28.800" v="125" actId="1076"/>
          <ac:spMkLst>
            <pc:docMk/>
            <pc:sldMk cId="2423504888" sldId="261"/>
            <ac:spMk id="82" creationId="{08F45CB1-E6ED-25C0-31A7-382080E99E60}"/>
          </ac:spMkLst>
        </pc:spChg>
        <pc:spChg chg="add del mod">
          <ac:chgData name="Zarah May Zafra" userId="59fc1fd5e4c2474f" providerId="LiveId" clId="{FEA7DBEC-567E-4772-B529-83040F53030B}" dt="2026-10-24T17:41:24.425" v="133" actId="478"/>
          <ac:spMkLst>
            <pc:docMk/>
            <pc:sldMk cId="2423504888" sldId="261"/>
            <ac:spMk id="84" creationId="{D82FAD55-8682-9290-8B1A-C3F653DF4CB8}"/>
          </ac:spMkLst>
        </pc:spChg>
        <pc:spChg chg="del">
          <ac:chgData name="Zarah May Zafra" userId="59fc1fd5e4c2474f" providerId="LiveId" clId="{FEA7DBEC-567E-4772-B529-83040F53030B}" dt="2026-10-24T17:41:32.376" v="134" actId="478"/>
          <ac:spMkLst>
            <pc:docMk/>
            <pc:sldMk cId="2423504888" sldId="261"/>
            <ac:spMk id="86" creationId="{01806B5E-0DF5-BB99-83DF-62E789C4D062}"/>
          </ac:spMkLst>
        </pc:spChg>
        <pc:spChg chg="add del mod">
          <ac:chgData name="Zarah May Zafra" userId="59fc1fd5e4c2474f" providerId="LiveId" clId="{FEA7DBEC-567E-4772-B529-83040F53030B}" dt="2026-10-24T17:41:32.376" v="134" actId="478"/>
          <ac:spMkLst>
            <pc:docMk/>
            <pc:sldMk cId="2423504888" sldId="261"/>
            <ac:spMk id="88" creationId="{E4D40BEE-62EF-C768-7127-98E24699353F}"/>
          </ac:spMkLst>
        </pc:spChg>
        <pc:spChg chg="add mod">
          <ac:chgData name="Zarah May Zafra" userId="59fc1fd5e4c2474f" providerId="LiveId" clId="{FEA7DBEC-567E-4772-B529-83040F53030B}" dt="2026-10-24T17:39:10.508" v="116" actId="1076"/>
          <ac:spMkLst>
            <pc:docMk/>
            <pc:sldMk cId="2423504888" sldId="261"/>
            <ac:spMk id="90" creationId="{679F07BF-1255-DA59-5913-03579A6787D3}"/>
          </ac:spMkLst>
        </pc:spChg>
        <pc:spChg chg="add del mod">
          <ac:chgData name="Zarah May Zafra" userId="59fc1fd5e4c2474f" providerId="LiveId" clId="{FEA7DBEC-567E-4772-B529-83040F53030B}" dt="2026-10-24T17:41:32.376" v="134" actId="478"/>
          <ac:spMkLst>
            <pc:docMk/>
            <pc:sldMk cId="2423504888" sldId="261"/>
            <ac:spMk id="92" creationId="{0BDA8D87-A286-26AB-C9E3-63FDB8CB1BE8}"/>
          </ac:spMkLst>
        </pc:spChg>
        <pc:spChg chg="add del mod">
          <ac:chgData name="Zarah May Zafra" userId="59fc1fd5e4c2474f" providerId="LiveId" clId="{FEA7DBEC-567E-4772-B529-83040F53030B}" dt="2026-10-24T17:41:33.957" v="135" actId="478"/>
          <ac:spMkLst>
            <pc:docMk/>
            <pc:sldMk cId="2423504888" sldId="261"/>
            <ac:spMk id="94" creationId="{10D74C51-1F18-7C70-5652-85CB8C97F9BC}"/>
          </ac:spMkLst>
        </pc:spChg>
        <pc:spChg chg="add del mod">
          <ac:chgData name="Zarah May Zafra" userId="59fc1fd5e4c2474f" providerId="LiveId" clId="{FEA7DBEC-567E-4772-B529-83040F53030B}" dt="2026-10-24T17:41:32.376" v="134" actId="478"/>
          <ac:spMkLst>
            <pc:docMk/>
            <pc:sldMk cId="2423504888" sldId="261"/>
            <ac:spMk id="96" creationId="{FB2B8F54-D616-27FC-44D0-49BCC5D26315}"/>
          </ac:spMkLst>
        </pc:spChg>
        <pc:spChg chg="add del mod">
          <ac:chgData name="Zarah May Zafra" userId="59fc1fd5e4c2474f" providerId="LiveId" clId="{FEA7DBEC-567E-4772-B529-83040F53030B}" dt="2026-10-24T17:41:32.376" v="134" actId="478"/>
          <ac:spMkLst>
            <pc:docMk/>
            <pc:sldMk cId="2423504888" sldId="261"/>
            <ac:spMk id="98" creationId="{3D106DD1-E28B-B80C-ECEB-AD8BF0F95CAC}"/>
          </ac:spMkLst>
        </pc:spChg>
        <pc:spChg chg="add del mod">
          <ac:chgData name="Zarah May Zafra" userId="59fc1fd5e4c2474f" providerId="LiveId" clId="{FEA7DBEC-567E-4772-B529-83040F53030B}" dt="2026-10-24T17:41:32.376" v="134" actId="478"/>
          <ac:spMkLst>
            <pc:docMk/>
            <pc:sldMk cId="2423504888" sldId="261"/>
            <ac:spMk id="100" creationId="{333BB2EB-B59D-6708-114F-68F4AFB49C30}"/>
          </ac:spMkLst>
        </pc:spChg>
        <pc:spChg chg="del">
          <ac:chgData name="Zarah May Zafra" userId="59fc1fd5e4c2474f" providerId="LiveId" clId="{FEA7DBEC-567E-4772-B529-83040F53030B}" dt="2026-10-24T17:41:32.376" v="134" actId="478"/>
          <ac:spMkLst>
            <pc:docMk/>
            <pc:sldMk cId="2423504888" sldId="261"/>
            <ac:spMk id="102" creationId="{8B7D6421-7082-75DF-D2E7-E838E1D1F212}"/>
          </ac:spMkLst>
        </pc:spChg>
        <pc:spChg chg="add del mod">
          <ac:chgData name="Zarah May Zafra" userId="59fc1fd5e4c2474f" providerId="LiveId" clId="{FEA7DBEC-567E-4772-B529-83040F53030B}" dt="2026-10-24T17:41:32.376" v="134" actId="478"/>
          <ac:spMkLst>
            <pc:docMk/>
            <pc:sldMk cId="2423504888" sldId="261"/>
            <ac:spMk id="105" creationId="{DD44ADF5-FD57-207A-E575-5E57C0FB4A08}"/>
          </ac:spMkLst>
        </pc:spChg>
        <pc:spChg chg="del">
          <ac:chgData name="Zarah May Zafra" userId="59fc1fd5e4c2474f" providerId="LiveId" clId="{FEA7DBEC-567E-4772-B529-83040F53030B}" dt="2026-10-24T17:41:32.376" v="134" actId="478"/>
          <ac:spMkLst>
            <pc:docMk/>
            <pc:sldMk cId="2423504888" sldId="261"/>
            <ac:spMk id="107" creationId="{041121DA-9A14-B52C-ECB0-D59B97DAC3D2}"/>
          </ac:spMkLst>
        </pc:spChg>
        <pc:spChg chg="add del mod">
          <ac:chgData name="Zarah May Zafra" userId="59fc1fd5e4c2474f" providerId="LiveId" clId="{FEA7DBEC-567E-4772-B529-83040F53030B}" dt="2026-10-24T17:41:32.376" v="134" actId="478"/>
          <ac:spMkLst>
            <pc:docMk/>
            <pc:sldMk cId="2423504888" sldId="261"/>
            <ac:spMk id="109" creationId="{7F7269AD-D2ED-DC40-632B-5C3B1B39AF8D}"/>
          </ac:spMkLst>
        </pc:spChg>
        <pc:spChg chg="add del">
          <ac:chgData name="Zarah May Zafra" userId="59fc1fd5e4c2474f" providerId="LiveId" clId="{FEA7DBEC-567E-4772-B529-83040F53030B}" dt="2026-10-24T17:41:19.193" v="132" actId="22"/>
          <ac:spMkLst>
            <pc:docMk/>
            <pc:sldMk cId="2423504888" sldId="261"/>
            <ac:spMk id="111" creationId="{ECB60214-7A5E-A3EA-AC07-68093E8D4866}"/>
          </ac:spMkLst>
        </pc:spChg>
        <pc:spChg chg="add del">
          <ac:chgData name="Zarah May Zafra" userId="59fc1fd5e4c2474f" providerId="LiveId" clId="{FEA7DBEC-567E-4772-B529-83040F53030B}" dt="2026-10-24T17:41:19.193" v="132" actId="22"/>
          <ac:spMkLst>
            <pc:docMk/>
            <pc:sldMk cId="2423504888" sldId="261"/>
            <ac:spMk id="113" creationId="{72C631C2-3CED-A182-1145-0512AA55D36F}"/>
          </ac:spMkLst>
        </pc:spChg>
        <pc:spChg chg="add del">
          <ac:chgData name="Zarah May Zafra" userId="59fc1fd5e4c2474f" providerId="LiveId" clId="{FEA7DBEC-567E-4772-B529-83040F53030B}" dt="2026-10-24T17:41:19.193" v="132" actId="22"/>
          <ac:spMkLst>
            <pc:docMk/>
            <pc:sldMk cId="2423504888" sldId="261"/>
            <ac:spMk id="115" creationId="{69CFF292-2CBC-326A-A7DE-D7F4E7D438F9}"/>
          </ac:spMkLst>
        </pc:spChg>
        <pc:spChg chg="add del">
          <ac:chgData name="Zarah May Zafra" userId="59fc1fd5e4c2474f" providerId="LiveId" clId="{FEA7DBEC-567E-4772-B529-83040F53030B}" dt="2026-10-24T17:41:19.193" v="132" actId="22"/>
          <ac:spMkLst>
            <pc:docMk/>
            <pc:sldMk cId="2423504888" sldId="261"/>
            <ac:spMk id="117" creationId="{04B58540-884C-71C1-102F-9D3B0450C219}"/>
          </ac:spMkLst>
        </pc:spChg>
        <pc:spChg chg="add del">
          <ac:chgData name="Zarah May Zafra" userId="59fc1fd5e4c2474f" providerId="LiveId" clId="{FEA7DBEC-567E-4772-B529-83040F53030B}" dt="2026-10-24T17:41:19.193" v="132" actId="22"/>
          <ac:spMkLst>
            <pc:docMk/>
            <pc:sldMk cId="2423504888" sldId="261"/>
            <ac:spMk id="119" creationId="{14DAA019-D1B0-14C1-2D55-A5970E157C00}"/>
          </ac:spMkLst>
        </pc:spChg>
        <pc:spChg chg="add del">
          <ac:chgData name="Zarah May Zafra" userId="59fc1fd5e4c2474f" providerId="LiveId" clId="{FEA7DBEC-567E-4772-B529-83040F53030B}" dt="2026-10-24T17:41:19.193" v="132" actId="22"/>
          <ac:spMkLst>
            <pc:docMk/>
            <pc:sldMk cId="2423504888" sldId="261"/>
            <ac:spMk id="122" creationId="{53E33DE6-FA26-F01A-825E-DE1EF9CBE0EB}"/>
          </ac:spMkLst>
        </pc:spChg>
        <pc:spChg chg="add del">
          <ac:chgData name="Zarah May Zafra" userId="59fc1fd5e4c2474f" providerId="LiveId" clId="{FEA7DBEC-567E-4772-B529-83040F53030B}" dt="2026-10-24T17:41:19.193" v="132" actId="22"/>
          <ac:spMkLst>
            <pc:docMk/>
            <pc:sldMk cId="2423504888" sldId="261"/>
            <ac:spMk id="124" creationId="{03E98164-4CE6-0745-ED4B-8C1B90978C92}"/>
          </ac:spMkLst>
        </pc:spChg>
        <pc:spChg chg="add del">
          <ac:chgData name="Zarah May Zafra" userId="59fc1fd5e4c2474f" providerId="LiveId" clId="{FEA7DBEC-567E-4772-B529-83040F53030B}" dt="2026-10-24T17:41:19.193" v="132" actId="22"/>
          <ac:spMkLst>
            <pc:docMk/>
            <pc:sldMk cId="2423504888" sldId="261"/>
            <ac:spMk id="126" creationId="{97BAD311-BF83-19B3-8D89-0949C98C1BBD}"/>
          </ac:spMkLst>
        </pc:spChg>
        <pc:spChg chg="add del">
          <ac:chgData name="Zarah May Zafra" userId="59fc1fd5e4c2474f" providerId="LiveId" clId="{FEA7DBEC-567E-4772-B529-83040F53030B}" dt="2026-10-24T17:41:19.193" v="132" actId="22"/>
          <ac:spMkLst>
            <pc:docMk/>
            <pc:sldMk cId="2423504888" sldId="261"/>
            <ac:spMk id="134" creationId="{699E310B-173E-EB31-364C-D3A2779C6684}"/>
          </ac:spMkLst>
        </pc:spChg>
        <pc:spChg chg="add del">
          <ac:chgData name="Zarah May Zafra" userId="59fc1fd5e4c2474f" providerId="LiveId" clId="{FEA7DBEC-567E-4772-B529-83040F53030B}" dt="2026-10-24T17:41:19.193" v="132" actId="22"/>
          <ac:spMkLst>
            <pc:docMk/>
            <pc:sldMk cId="2423504888" sldId="261"/>
            <ac:spMk id="136" creationId="{A047096C-B3ED-B909-09E9-5A8680AF1966}"/>
          </ac:spMkLst>
        </pc:spChg>
        <pc:spChg chg="mod">
          <ac:chgData name="Zarah May Zafra" userId="59fc1fd5e4c2474f" providerId="LiveId" clId="{FEA7DBEC-567E-4772-B529-83040F53030B}" dt="2026-10-24T17:42:30.148" v="144"/>
          <ac:spMkLst>
            <pc:docMk/>
            <pc:sldMk cId="2423504888" sldId="261"/>
            <ac:spMk id="138" creationId="{1F2853CC-6B30-CE52-1001-D9F984532883}"/>
          </ac:spMkLst>
        </pc:spChg>
        <pc:spChg chg="add mod">
          <ac:chgData name="Zarah May Zafra" userId="59fc1fd5e4c2474f" providerId="LiveId" clId="{FEA7DBEC-567E-4772-B529-83040F53030B}" dt="2026-10-24T17:42:23.581" v="143" actId="1076"/>
          <ac:spMkLst>
            <pc:docMk/>
            <pc:sldMk cId="2423504888" sldId="261"/>
            <ac:spMk id="140" creationId="{E9325950-31DB-D0FD-D9AA-518D71157D35}"/>
          </ac:spMkLst>
        </pc:spChg>
        <pc:spChg chg="add mod">
          <ac:chgData name="Zarah May Zafra" userId="59fc1fd5e4c2474f" providerId="LiveId" clId="{FEA7DBEC-567E-4772-B529-83040F53030B}" dt="2026-10-24T17:42:36.696" v="152"/>
          <ac:spMkLst>
            <pc:docMk/>
            <pc:sldMk cId="2423504888" sldId="261"/>
            <ac:spMk id="142" creationId="{DEE6471E-E84A-F345-9D29-9D9BEEB70E01}"/>
          </ac:spMkLst>
        </pc:spChg>
        <pc:spChg chg="mod">
          <ac:chgData name="Zarah May Zafra" userId="59fc1fd5e4c2474f" providerId="LiveId" clId="{FEA7DBEC-567E-4772-B529-83040F53030B}" dt="2026-10-24T17:42:42.198" v="153"/>
          <ac:spMkLst>
            <pc:docMk/>
            <pc:sldMk cId="2423504888" sldId="261"/>
            <ac:spMk id="144" creationId="{6C08937E-E97C-242C-EB93-CBFB3390339A}"/>
          </ac:spMkLst>
        </pc:spChg>
        <pc:spChg chg="add mod">
          <ac:chgData name="Zarah May Zafra" userId="59fc1fd5e4c2474f" providerId="LiveId" clId="{FEA7DBEC-567E-4772-B529-83040F53030B}" dt="2026-10-24T17:42:52.562" v="155"/>
          <ac:spMkLst>
            <pc:docMk/>
            <pc:sldMk cId="2423504888" sldId="261"/>
            <ac:spMk id="146" creationId="{874D672B-9542-2E93-0402-6E619B49445E}"/>
          </ac:spMkLst>
        </pc:spChg>
        <pc:spChg chg="add mod">
          <ac:chgData name="Zarah May Zafra" userId="59fc1fd5e4c2474f" providerId="LiveId" clId="{FEA7DBEC-567E-4772-B529-83040F53030B}" dt="2026-10-24T17:42:23.581" v="143" actId="1076"/>
          <ac:spMkLst>
            <pc:docMk/>
            <pc:sldMk cId="2423504888" sldId="261"/>
            <ac:spMk id="148" creationId="{2803E316-896C-EDB8-3EF8-C3152083D2FA}"/>
          </ac:spMkLst>
        </pc:spChg>
        <pc:spChg chg="add mod">
          <ac:chgData name="Zarah May Zafra" userId="59fc1fd5e4c2474f" providerId="LiveId" clId="{FEA7DBEC-567E-4772-B529-83040F53030B}" dt="2026-10-24T17:43:57.039" v="191" actId="20577"/>
          <ac:spMkLst>
            <pc:docMk/>
            <pc:sldMk cId="2423504888" sldId="261"/>
            <ac:spMk id="150" creationId="{4183FF5A-1354-BB46-36B9-E3A80D391880}"/>
          </ac:spMkLst>
        </pc:spChg>
        <pc:spChg chg="add mod">
          <ac:chgData name="Zarah May Zafra" userId="59fc1fd5e4c2474f" providerId="LiveId" clId="{FEA7DBEC-567E-4772-B529-83040F53030B}" dt="2026-10-24T17:43:23.109" v="172" actId="6549"/>
          <ac:spMkLst>
            <pc:docMk/>
            <pc:sldMk cId="2423504888" sldId="261"/>
            <ac:spMk id="152" creationId="{9622AB84-D92F-5DA8-0727-8CA7ACD22F2B}"/>
          </ac:spMkLst>
        </pc:spChg>
        <pc:spChg chg="mod">
          <ac:chgData name="Zarah May Zafra" userId="59fc1fd5e4c2474f" providerId="LiveId" clId="{FEA7DBEC-567E-4772-B529-83040F53030B}" dt="2026-10-24T17:42:23.581" v="143" actId="1076"/>
          <ac:spMkLst>
            <pc:docMk/>
            <pc:sldMk cId="2423504888" sldId="261"/>
            <ac:spMk id="154" creationId="{D01F7CB7-0BBF-693D-A400-3C3FB797ADB1}"/>
          </ac:spMkLst>
        </pc:spChg>
        <pc:spChg chg="add mod">
          <ac:chgData name="Zarah May Zafra" userId="59fc1fd5e4c2474f" providerId="LiveId" clId="{FEA7DBEC-567E-4772-B529-83040F53030B}" dt="2026-10-24T17:44:03.672" v="194" actId="20577"/>
          <ac:spMkLst>
            <pc:docMk/>
            <pc:sldMk cId="2423504888" sldId="261"/>
            <ac:spMk id="156" creationId="{6FD4CB69-81CB-89FA-1AC0-6D56A2DBF8B6}"/>
          </ac:spMkLst>
        </pc:spChg>
        <pc:spChg chg="add mod">
          <ac:chgData name="Zarah May Zafra" userId="59fc1fd5e4c2474f" providerId="LiveId" clId="{FEA7DBEC-567E-4772-B529-83040F53030B}" dt="2026-10-24T17:43:26.601" v="173"/>
          <ac:spMkLst>
            <pc:docMk/>
            <pc:sldMk cId="2423504888" sldId="261"/>
            <ac:spMk id="158" creationId="{25A06D78-1771-8DBE-12A8-118D2EE67BAE}"/>
          </ac:spMkLst>
        </pc:spChg>
        <pc:spChg chg="add mod">
          <ac:chgData name="Zarah May Zafra" userId="59fc1fd5e4c2474f" providerId="LiveId" clId="{FEA7DBEC-567E-4772-B529-83040F53030B}" dt="2026-10-24T17:43:28.173" v="174"/>
          <ac:spMkLst>
            <pc:docMk/>
            <pc:sldMk cId="2423504888" sldId="261"/>
            <ac:spMk id="160" creationId="{CDFF69DA-8C6E-E12E-36A3-E691E0CD3DDD}"/>
          </ac:spMkLst>
        </pc:spChg>
        <pc:spChg chg="add mod">
          <ac:chgData name="Zarah May Zafra" userId="59fc1fd5e4c2474f" providerId="LiveId" clId="{FEA7DBEC-567E-4772-B529-83040F53030B}" dt="2026-10-24T17:43:33.972" v="177"/>
          <ac:spMkLst>
            <pc:docMk/>
            <pc:sldMk cId="2423504888" sldId="261"/>
            <ac:spMk id="162" creationId="{70782FF3-718E-328D-1C83-68D0B75C44C2}"/>
          </ac:spMkLst>
        </pc:spChg>
        <pc:cxnChg chg="del">
          <ac:chgData name="Zarah May Zafra" userId="59fc1fd5e4c2474f" providerId="LiveId" clId="{FEA7DBEC-567E-4772-B529-83040F53030B}" dt="2026-10-24T17:27:08.494" v="39" actId="478"/>
          <ac:cxnSpMkLst>
            <pc:docMk/>
            <pc:sldMk cId="2423504888" sldId="261"/>
            <ac:cxnSpMk id="16" creationId="{93BFE66B-4B56-072B-BB39-52DEC2796DCF}"/>
          </ac:cxnSpMkLst>
        </pc:cxnChg>
        <pc:cxnChg chg="del">
          <ac:chgData name="Zarah May Zafra" userId="59fc1fd5e4c2474f" providerId="LiveId" clId="{FEA7DBEC-567E-4772-B529-83040F53030B}" dt="2026-10-24T17:27:08.494" v="39" actId="478"/>
          <ac:cxnSpMkLst>
            <pc:docMk/>
            <pc:sldMk cId="2423504888" sldId="261"/>
            <ac:cxnSpMk id="57" creationId="{706035F2-B7D8-6FDC-E2D3-01019376B82B}"/>
          </ac:cxnSpMkLst>
        </pc:cxnChg>
        <pc:cxnChg chg="del">
          <ac:chgData name="Zarah May Zafra" userId="59fc1fd5e4c2474f" providerId="LiveId" clId="{FEA7DBEC-567E-4772-B529-83040F53030B}" dt="2026-10-24T17:27:08.494" v="39" actId="478"/>
          <ac:cxnSpMkLst>
            <pc:docMk/>
            <pc:sldMk cId="2423504888" sldId="261"/>
            <ac:cxnSpMk id="58" creationId="{3A5891AF-77BF-670B-A6A2-FD215F3B4898}"/>
          </ac:cxnSpMkLst>
        </pc:cxnChg>
        <pc:cxnChg chg="del">
          <ac:chgData name="Zarah May Zafra" userId="59fc1fd5e4c2474f" providerId="LiveId" clId="{FEA7DBEC-567E-4772-B529-83040F53030B}" dt="2026-10-24T17:27:08.494" v="39" actId="478"/>
          <ac:cxnSpMkLst>
            <pc:docMk/>
            <pc:sldMk cId="2423504888" sldId="261"/>
            <ac:cxnSpMk id="59" creationId="{358743FD-19FE-FC03-29D4-4627C85115BD}"/>
          </ac:cxnSpMkLst>
        </pc:cxnChg>
        <pc:cxnChg chg="del">
          <ac:chgData name="Zarah May Zafra" userId="59fc1fd5e4c2474f" providerId="LiveId" clId="{FEA7DBEC-567E-4772-B529-83040F53030B}" dt="2026-10-24T17:27:08.494" v="39" actId="478"/>
          <ac:cxnSpMkLst>
            <pc:docMk/>
            <pc:sldMk cId="2423504888" sldId="261"/>
            <ac:cxnSpMk id="60" creationId="{AC0FC50C-9031-427A-A77C-F71591540D9C}"/>
          </ac:cxnSpMkLst>
        </pc:cxnChg>
        <pc:cxnChg chg="del">
          <ac:chgData name="Zarah May Zafra" userId="59fc1fd5e4c2474f" providerId="LiveId" clId="{FEA7DBEC-567E-4772-B529-83040F53030B}" dt="2026-10-24T17:27:08.494" v="39" actId="478"/>
          <ac:cxnSpMkLst>
            <pc:docMk/>
            <pc:sldMk cId="2423504888" sldId="261"/>
            <ac:cxnSpMk id="61" creationId="{4D58CD51-51E5-B5F4-4509-45BB2D0C6DB2}"/>
          </ac:cxnSpMkLst>
        </pc:cxnChg>
        <pc:cxnChg chg="del">
          <ac:chgData name="Zarah May Zafra" userId="59fc1fd5e4c2474f" providerId="LiveId" clId="{FEA7DBEC-567E-4772-B529-83040F53030B}" dt="2026-10-24T17:27:08.494" v="39" actId="478"/>
          <ac:cxnSpMkLst>
            <pc:docMk/>
            <pc:sldMk cId="2423504888" sldId="261"/>
            <ac:cxnSpMk id="62" creationId="{744F0610-EC6E-3C58-4EB8-CB7368779B1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854A2-84F5-4F0B-8809-F4278FB5B76D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4F98B-0614-4ACB-B746-BAC894065E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85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2F56-1208-2403-23C0-E1121A757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4D354-2C3F-9808-FF85-710B02E3A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C259E-028E-4786-7A85-5C5ADEC87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1CD11-F183-86E6-A908-A904D3A5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3CA67-3E79-DDF4-53A1-23F357E8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7319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B7BE-9C0C-7868-21BB-B6885822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2264-CF5E-6B03-DA01-2775FFC08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F1563-28EF-26BB-BD81-52906084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63DD6-5B27-39F1-4F4A-026EAEE0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83FD7-C924-7204-069B-67A90111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779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9FB3-7FBB-2F13-53FF-CF443FF5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7B6D6-9C6B-8D57-8787-7CCF3FF30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16A56-0748-D91D-6E48-83B4DE38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249CD-DC57-42A0-BB07-C16B637B8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124B4-BDB6-3204-7ECE-97A9390BD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09943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F648-89FE-4F13-D2BC-7CC09B00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5724F-F5A1-7527-21A1-848DD27EBA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50284-52D4-54D5-2CEE-433E09147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0FEAE-B4F5-8DCF-921A-8BF690AE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4DDB0-5A47-CA6F-231B-8B9DABA46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ADA6E-65F8-2DAB-A0DB-BD3FB3E6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8988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B5AD-A320-1848-97F9-8E44332D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9C55-9688-4284-6F4C-87C35497A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9A87D-EEE4-6910-6F93-FFDF6F42F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EE350C-DA3B-40B4-7C3C-8395B649E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2C65E0-5117-74A1-9EFA-A85FADE87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43AE0-FDB3-3D3A-D49F-796B3D32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047EAD-8857-5B7A-F700-31660152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9F7A6-DFD2-B527-836F-25A0FB01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08244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F4CE-F3F9-3194-C858-5C6F4A74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B9008-2E12-C7D3-96DD-7411D8A01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6FC86-D9CC-A16B-3D22-2DF6F829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E132E-4FBC-7916-178D-01D543F2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5397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8EFA0E-0651-9ABB-A34B-246A9062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42432-B6FF-1BA2-6FAC-47F65FB5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C6409-D68F-1451-B616-432D2A4B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8974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6EA46-667C-28E3-F94E-817ACAEC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1A912-149E-968C-5BF6-9FC31D19D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B02C9-5935-9D8F-C884-CABBCD1C4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6F8C3-32E5-A3BC-785C-25F012BE4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69814-A0CC-D9E0-628C-CB1C8B714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A7F51-44C7-2BBF-A9BF-70B60FA0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8586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1BC4-7AB0-9B7C-94D1-48982AA09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93F1F6-0FB8-A3D7-2F02-4C42BF1DF1C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1F475-5CE8-F1DB-FA0E-C15CFECF7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D8492-8F8B-8B06-117F-4A1A2394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388A5-06BF-3E37-B9F4-7AB22E57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C2196-4FC6-7E47-2CA3-785CB882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5139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E12E-797E-65EA-C544-8C40F815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821FA-BB3B-38C1-91EB-6DDDB454C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2FF2-A0D5-B689-CD66-F0F9052D7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01F12-F16E-BDA8-B7B5-D3AA1CA8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008F3-8ABC-CD3E-C918-95E6C775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98415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38712-D4F0-C78A-9413-1ABB414D1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851BD-0870-516A-17B8-9F4E2D26A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9EB6F-3F0D-9605-8B49-0C5AC733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AD4A-1692-6BA6-20C9-7D685A6F7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4C249-2783-E3F6-1490-12E1FF5A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916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033E28-72C8-7193-3827-3607859C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D626-BCC0-1B0B-E384-92056F408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A97E4-F00A-71D4-60BD-3366B41D5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C8DE9-0721-421C-9E26-D5BFD07FA0D2}" type="datetimeFigureOut">
              <a:rPr lang="en-AE" smtClean="0"/>
              <a:t>24 Oct 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407CD-1465-6C27-014A-C372CD8F3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050A0-5F61-066A-D32F-115FC21AD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56FB3-323E-4457-9C97-A7AA2FE8FCA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6201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4DDA2184-43BC-0305-9D54-8EC7A37D3244}"/>
              </a:ext>
            </a:extLst>
          </p:cNvPr>
          <p:cNvSpPr/>
          <p:nvPr/>
        </p:nvSpPr>
        <p:spPr>
          <a:xfrm>
            <a:off x="658368" y="1545336"/>
            <a:ext cx="10863072" cy="4407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F5D9578E-6944-A3DD-C05E-4C335FE9BA23}"/>
              </a:ext>
            </a:extLst>
          </p:cNvPr>
          <p:cNvSpPr/>
          <p:nvPr/>
        </p:nvSpPr>
        <p:spPr>
          <a:xfrm>
            <a:off x="970597" y="1893378"/>
            <a:ext cx="10146412" cy="762001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 w="12700">
            <a:solidFill>
              <a:srgbClr val="4D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sz="2000" b="1" dirty="0">
                <a:solidFill>
                  <a:schemeClr val="tx1"/>
                </a:solidFill>
              </a:rPr>
              <a:t>Home Page</a:t>
            </a:r>
          </a:p>
          <a:p>
            <a:pPr algn="ctr"/>
            <a:r>
              <a:rPr lang="en-AE" sz="1050" dirty="0">
                <a:solidFill>
                  <a:schemeClr val="tx1"/>
                </a:solidFill>
              </a:rPr>
              <a:t>Introduction and navigation</a:t>
            </a:r>
            <a:endParaRPr sz="1050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3933D7-2D19-A0AF-5452-53303C7A5A5C}"/>
              </a:ext>
            </a:extLst>
          </p:cNvPr>
          <p:cNvSpPr/>
          <p:nvPr/>
        </p:nvSpPr>
        <p:spPr>
          <a:xfrm>
            <a:off x="979934" y="3003421"/>
            <a:ext cx="290779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B0210-48E2-9620-44A8-D37D3E12A724}"/>
              </a:ext>
            </a:extLst>
          </p:cNvPr>
          <p:cNvSpPr txBox="1"/>
          <p:nvPr/>
        </p:nvSpPr>
        <p:spPr>
          <a:xfrm>
            <a:off x="1072897" y="3172468"/>
            <a:ext cx="2706624" cy="23852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200" b="1">
                <a:solidFill>
                  <a:srgbClr val="29323D"/>
                </a:solidFill>
                <a:latin typeface="Aptos"/>
              </a:defRPr>
            </a:pPr>
            <a:r>
              <a:rPr sz="1400" dirty="0"/>
              <a:t>Restaurant Search</a:t>
            </a: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2B31B671-8BEF-39EC-673B-2D1CDFBC3847}"/>
              </a:ext>
            </a:extLst>
          </p:cNvPr>
          <p:cNvSpPr/>
          <p:nvPr/>
        </p:nvSpPr>
        <p:spPr>
          <a:xfrm>
            <a:off x="1072897" y="4255862"/>
            <a:ext cx="258775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44ACCF-65D6-47A8-2C1C-104A80A2F7D4}"/>
              </a:ext>
            </a:extLst>
          </p:cNvPr>
          <p:cNvSpPr txBox="1"/>
          <p:nvPr/>
        </p:nvSpPr>
        <p:spPr>
          <a:xfrm>
            <a:off x="1173481" y="4378244"/>
            <a:ext cx="2386584" cy="37702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200" b="1">
                <a:solidFill>
                  <a:srgbClr val="29323D"/>
                </a:solidFill>
                <a:latin typeface="Aptos"/>
              </a:defRPr>
            </a:pPr>
            <a:r>
              <a:rPr sz="1200" dirty="0"/>
              <a:t>Restaurant Details</a:t>
            </a:r>
            <a:endParaRPr lang="en-US" sz="1200" dirty="0"/>
          </a:p>
          <a:p>
            <a:pPr algn="ctr">
              <a:defRPr sz="1200" b="1">
                <a:solidFill>
                  <a:srgbClr val="29323D"/>
                </a:solidFill>
                <a:latin typeface="Aptos"/>
              </a:defRPr>
            </a:pPr>
            <a:r>
              <a:rPr lang="en-AE" sz="1100" dirty="0"/>
              <a:t>(Inspections and violations)</a:t>
            </a:r>
            <a:endParaRPr sz="1200" dirty="0"/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D65E0244-DEE5-92F9-1F76-19B12FF98C35}"/>
              </a:ext>
            </a:extLst>
          </p:cNvPr>
          <p:cNvSpPr/>
          <p:nvPr/>
        </p:nvSpPr>
        <p:spPr>
          <a:xfrm>
            <a:off x="4425127" y="3003421"/>
            <a:ext cx="30912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5D0F7B-DF63-685C-F47F-10B4F2FE5984}"/>
              </a:ext>
            </a:extLst>
          </p:cNvPr>
          <p:cNvSpPr txBox="1"/>
          <p:nvPr/>
        </p:nvSpPr>
        <p:spPr>
          <a:xfrm>
            <a:off x="4676871" y="3179639"/>
            <a:ext cx="2587751" cy="23852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200" b="1">
                <a:solidFill>
                  <a:srgbClr val="29323D"/>
                </a:solidFill>
                <a:latin typeface="Aptos"/>
              </a:defRPr>
            </a:pPr>
            <a:r>
              <a:rPr sz="1400" dirty="0"/>
              <a:t>Food-related 311</a:t>
            </a:r>
          </a:p>
        </p:txBody>
      </p: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DF24E12B-4DD9-A33F-C764-AB86B941CCDE}"/>
              </a:ext>
            </a:extLst>
          </p:cNvPr>
          <p:cNvSpPr/>
          <p:nvPr/>
        </p:nvSpPr>
        <p:spPr>
          <a:xfrm>
            <a:off x="7934897" y="3003421"/>
            <a:ext cx="318211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2459CD-0578-017F-4864-91693D0A0EAA}"/>
              </a:ext>
            </a:extLst>
          </p:cNvPr>
          <p:cNvSpPr txBox="1"/>
          <p:nvPr/>
        </p:nvSpPr>
        <p:spPr>
          <a:xfrm>
            <a:off x="8035481" y="3179638"/>
            <a:ext cx="2980944" cy="23852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200" b="1">
                <a:solidFill>
                  <a:srgbClr val="29323D"/>
                </a:solidFill>
                <a:latin typeface="Aptos"/>
              </a:defRPr>
            </a:pPr>
            <a:r>
              <a:rPr sz="1400" dirty="0"/>
              <a:t>Neighborhood Insights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AE9BC2-81FB-BCB8-9DC5-65B839204293}"/>
              </a:ext>
            </a:extLst>
          </p:cNvPr>
          <p:cNvSpPr txBox="1"/>
          <p:nvPr/>
        </p:nvSpPr>
        <p:spPr>
          <a:xfrm rot="5400000">
            <a:off x="2138173" y="3812378"/>
            <a:ext cx="457200" cy="41148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2000" b="1">
                <a:solidFill>
                  <a:srgbClr val="4D627B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0E778A-2A20-65E4-AF4A-1D064679CEE5}"/>
              </a:ext>
            </a:extLst>
          </p:cNvPr>
          <p:cNvSpPr/>
          <p:nvPr/>
        </p:nvSpPr>
        <p:spPr>
          <a:xfrm>
            <a:off x="457200" y="393191"/>
            <a:ext cx="11291697" cy="912493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7DE574-1639-B5B2-AB88-A001ACAEE6D8}"/>
              </a:ext>
            </a:extLst>
          </p:cNvPr>
          <p:cNvSpPr txBox="1"/>
          <p:nvPr/>
        </p:nvSpPr>
        <p:spPr>
          <a:xfrm>
            <a:off x="896112" y="395032"/>
            <a:ext cx="4590288" cy="40780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rPr sz="2500" dirty="0"/>
              <a:t>Cincy Food Safety Watch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A0CE50-C96E-2F2C-7EDE-DCBCAEBFDE10}"/>
              </a:ext>
            </a:extLst>
          </p:cNvPr>
          <p:cNvSpPr txBox="1"/>
          <p:nvPr/>
        </p:nvSpPr>
        <p:spPr>
          <a:xfrm>
            <a:off x="896112" y="85484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A75"/>
                </a:solidFill>
                <a:latin typeface="Aptos"/>
              </a:defRPr>
            </a:pPr>
            <a:r>
              <a:rPr lang="en-US" sz="1200" dirty="0"/>
              <a:t>Storyboard and user navigation  •  IS 7024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DE4BF4-4F27-D4B2-AA92-EE764E267265}"/>
              </a:ext>
            </a:extLst>
          </p:cNvPr>
          <p:cNvSpPr txBox="1"/>
          <p:nvPr/>
        </p:nvSpPr>
        <p:spPr>
          <a:xfrm>
            <a:off x="1014984" y="5431536"/>
            <a:ext cx="987552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rPr dirty="0"/>
              <a:t>Start on Home, search restaurants and open inspection details, or explore 311 records and neighborhood summaries.</a:t>
            </a:r>
          </a:p>
        </p:txBody>
      </p:sp>
    </p:spTree>
    <p:extLst>
      <p:ext uri="{BB962C8B-B14F-4D97-AF65-F5344CB8AC3E}">
        <p14:creationId xmlns:p14="http://schemas.microsoft.com/office/powerpoint/2010/main" val="3080023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594B6-2AE5-6F17-5AAA-AFEF2E0F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F5871B1F-CCF1-6877-EA65-64FE11E6730B}"/>
              </a:ext>
            </a:extLst>
          </p:cNvPr>
          <p:cNvSpPr/>
          <p:nvPr/>
        </p:nvSpPr>
        <p:spPr>
          <a:xfrm>
            <a:off x="667512" y="1257300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E445AD65-9677-B86A-1C65-AB6B7B1F5928}"/>
              </a:ext>
            </a:extLst>
          </p:cNvPr>
          <p:cNvSpPr/>
          <p:nvPr/>
        </p:nvSpPr>
        <p:spPr>
          <a:xfrm>
            <a:off x="457200" y="851154"/>
            <a:ext cx="11265408" cy="5586222"/>
          </a:xfrm>
          <a:prstGeom prst="rect">
            <a:avLst/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BFCB42-BC2D-422E-62CA-F5859EB5D08B}"/>
              </a:ext>
            </a:extLst>
          </p:cNvPr>
          <p:cNvSpPr/>
          <p:nvPr/>
        </p:nvSpPr>
        <p:spPr>
          <a:xfrm>
            <a:off x="469392" y="868680"/>
            <a:ext cx="1554480" cy="5623179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252A33-90ED-41A9-D024-F4E7544EC9C1}"/>
              </a:ext>
            </a:extLst>
          </p:cNvPr>
          <p:cNvSpPr/>
          <p:nvPr/>
        </p:nvSpPr>
        <p:spPr>
          <a:xfrm>
            <a:off x="457200" y="393192"/>
            <a:ext cx="11291697" cy="4754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4EBCB9-40A1-BFCC-8DAC-15EC5727F412}"/>
              </a:ext>
            </a:extLst>
          </p:cNvPr>
          <p:cNvSpPr txBox="1"/>
          <p:nvPr/>
        </p:nvSpPr>
        <p:spPr>
          <a:xfrm>
            <a:off x="896112" y="457200"/>
            <a:ext cx="274320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rPr dirty="0"/>
              <a:t>Cincy Food Safety Watch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C5DCEB-1316-12A5-35E2-E24E25F69A7E}"/>
              </a:ext>
            </a:extLst>
          </p:cNvPr>
          <p:cNvSpPr txBox="1"/>
          <p:nvPr/>
        </p:nvSpPr>
        <p:spPr>
          <a:xfrm>
            <a:off x="740664" y="2543746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Neighborhood Insights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9A0C43-68FB-C1E0-1562-229692291162}"/>
              </a:ext>
            </a:extLst>
          </p:cNvPr>
          <p:cNvSpPr txBox="1"/>
          <p:nvPr/>
        </p:nvSpPr>
        <p:spPr>
          <a:xfrm>
            <a:off x="740664" y="311353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About /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5B3AB7-0307-28A7-5D56-A8F4B7880330}"/>
              </a:ext>
            </a:extLst>
          </p:cNvPr>
          <p:cNvSpPr txBox="1"/>
          <p:nvPr/>
        </p:nvSpPr>
        <p:spPr>
          <a:xfrm>
            <a:off x="2295144" y="1193365"/>
            <a:ext cx="8046720" cy="30008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80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Explore food safety information in Cincinnati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B0C1A2-10A9-1DF4-3EC1-B63818F4B527}"/>
              </a:ext>
            </a:extLst>
          </p:cNvPr>
          <p:cNvSpPr txBox="1"/>
          <p:nvPr/>
        </p:nvSpPr>
        <p:spPr>
          <a:xfrm>
            <a:off x="2346578" y="1665616"/>
            <a:ext cx="8869680" cy="1815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Find restaurant inspections and explore food-related city service requests.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480E86-A692-F70C-8308-800F48C9042A}"/>
              </a:ext>
            </a:extLst>
          </p:cNvPr>
          <p:cNvSpPr txBox="1"/>
          <p:nvPr/>
        </p:nvSpPr>
        <p:spPr>
          <a:xfrm>
            <a:off x="2346578" y="2096930"/>
            <a:ext cx="2880360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QUICK RESTAURANT SEARCH</a:t>
            </a:r>
          </a:p>
        </p:txBody>
      </p:sp>
      <p:sp>
        <p:nvSpPr>
          <p:cNvPr id="40" name="Rounded Rectangle 23">
            <a:extLst>
              <a:ext uri="{FF2B5EF4-FFF2-40B4-BE49-F238E27FC236}">
                <a16:creationId xmlns:a16="http://schemas.microsoft.com/office/drawing/2014/main" id="{86F6538C-B917-F2D0-CA28-4EC38D64B9FE}"/>
              </a:ext>
            </a:extLst>
          </p:cNvPr>
          <p:cNvSpPr/>
          <p:nvPr/>
        </p:nvSpPr>
        <p:spPr>
          <a:xfrm>
            <a:off x="2360675" y="2313432"/>
            <a:ext cx="3992499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792742-5F17-DC5F-05AD-78FECE370C7D}"/>
              </a:ext>
            </a:extLst>
          </p:cNvPr>
          <p:cNvSpPr txBox="1"/>
          <p:nvPr/>
        </p:nvSpPr>
        <p:spPr>
          <a:xfrm>
            <a:off x="2478024" y="2431792"/>
            <a:ext cx="2697479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Enter restaurant name ...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22DD891-672B-147C-152C-20C2103E7D29}"/>
              </a:ext>
            </a:extLst>
          </p:cNvPr>
          <p:cNvSpPr txBox="1"/>
          <p:nvPr/>
        </p:nvSpPr>
        <p:spPr>
          <a:xfrm>
            <a:off x="530352" y="6557752"/>
            <a:ext cx="8046720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Home </a:t>
            </a:r>
            <a:r>
              <a:rPr dirty="0"/>
              <a:t>|  mockup</a:t>
            </a:r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4BAAA82C-9E22-CB2E-DEC2-B38A3788A580}"/>
              </a:ext>
            </a:extLst>
          </p:cNvPr>
          <p:cNvSpPr/>
          <p:nvPr/>
        </p:nvSpPr>
        <p:spPr>
          <a:xfrm>
            <a:off x="641223" y="1304710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5CD2E9-6134-31B7-23A0-BF554FA7A12E}"/>
              </a:ext>
            </a:extLst>
          </p:cNvPr>
          <p:cNvSpPr txBox="1"/>
          <p:nvPr/>
        </p:nvSpPr>
        <p:spPr>
          <a:xfrm>
            <a:off x="740664" y="1393649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b="1"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5462C7-2981-9BE6-63F7-A01700BFF177}"/>
              </a:ext>
            </a:extLst>
          </p:cNvPr>
          <p:cNvSpPr txBox="1"/>
          <p:nvPr/>
        </p:nvSpPr>
        <p:spPr>
          <a:xfrm>
            <a:off x="752856" y="2164412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311 Requests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D7258D-076A-9A06-2C44-E782A0C7CB33}"/>
              </a:ext>
            </a:extLst>
          </p:cNvPr>
          <p:cNvSpPr txBox="1"/>
          <p:nvPr/>
        </p:nvSpPr>
        <p:spPr>
          <a:xfrm>
            <a:off x="740664" y="1754456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Restaurant Search</a:t>
            </a:r>
          </a:p>
        </p:txBody>
      </p:sp>
      <p:sp>
        <p:nvSpPr>
          <p:cNvPr id="95" name="Rounded Rectangle 27">
            <a:extLst>
              <a:ext uri="{FF2B5EF4-FFF2-40B4-BE49-F238E27FC236}">
                <a16:creationId xmlns:a16="http://schemas.microsoft.com/office/drawing/2014/main" id="{3A7849EC-5A32-B780-8890-D078E8FCBE66}"/>
              </a:ext>
            </a:extLst>
          </p:cNvPr>
          <p:cNvSpPr/>
          <p:nvPr/>
        </p:nvSpPr>
        <p:spPr>
          <a:xfrm>
            <a:off x="2295144" y="3045333"/>
            <a:ext cx="4151376" cy="1014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0709F97-B37E-354F-6C1B-B087B492DBCA}"/>
              </a:ext>
            </a:extLst>
          </p:cNvPr>
          <p:cNvSpPr txBox="1"/>
          <p:nvPr/>
        </p:nvSpPr>
        <p:spPr>
          <a:xfrm>
            <a:off x="2459736" y="3155061"/>
            <a:ext cx="3831336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00" b="1">
                <a:solidFill>
                  <a:srgbClr val="29323D"/>
                </a:solidFill>
                <a:latin typeface="Aptos"/>
              </a:defRPr>
            </a:pPr>
            <a:r>
              <a:t>Find restaurant records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9002F7E-DE87-9564-A0CB-950081B66619}"/>
              </a:ext>
            </a:extLst>
          </p:cNvPr>
          <p:cNvSpPr txBox="1"/>
          <p:nvPr/>
        </p:nvSpPr>
        <p:spPr>
          <a:xfrm>
            <a:off x="2478024" y="3420236"/>
            <a:ext cx="3611880" cy="27432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19" b="0">
                <a:solidFill>
                  <a:srgbClr val="606A75"/>
                </a:solidFill>
                <a:latin typeface="Aptos"/>
              </a:defRPr>
            </a:pPr>
            <a:r>
              <a:t>Search establishments and open inspection histories.</a:t>
            </a:r>
          </a:p>
        </p:txBody>
      </p:sp>
      <p:sp>
        <p:nvSpPr>
          <p:cNvPr id="106" name="Rounded Rectangle 30">
            <a:extLst>
              <a:ext uri="{FF2B5EF4-FFF2-40B4-BE49-F238E27FC236}">
                <a16:creationId xmlns:a16="http://schemas.microsoft.com/office/drawing/2014/main" id="{DB06F18E-C9CF-1715-3A0E-0298D6B91644}"/>
              </a:ext>
            </a:extLst>
          </p:cNvPr>
          <p:cNvSpPr/>
          <p:nvPr/>
        </p:nvSpPr>
        <p:spPr>
          <a:xfrm>
            <a:off x="6656832" y="3045333"/>
            <a:ext cx="4352544" cy="1014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E521EB1-DD40-07C1-04D5-53D75FD888F3}"/>
              </a:ext>
            </a:extLst>
          </p:cNvPr>
          <p:cNvSpPr txBox="1"/>
          <p:nvPr/>
        </p:nvSpPr>
        <p:spPr>
          <a:xfrm>
            <a:off x="6821423" y="3155061"/>
            <a:ext cx="4032504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00" b="1">
                <a:solidFill>
                  <a:srgbClr val="29323D"/>
                </a:solidFill>
                <a:latin typeface="Aptos"/>
              </a:defRPr>
            </a:pPr>
            <a:r>
              <a:t>Explore 311 requests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EAA81F1-97E0-5AAB-01CE-92BA79C4735F}"/>
              </a:ext>
            </a:extLst>
          </p:cNvPr>
          <p:cNvSpPr txBox="1"/>
          <p:nvPr/>
        </p:nvSpPr>
        <p:spPr>
          <a:xfrm>
            <a:off x="6839712" y="3420236"/>
            <a:ext cx="3822191" cy="27432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19" b="0">
                <a:solidFill>
                  <a:srgbClr val="606A75"/>
                </a:solidFill>
                <a:latin typeface="Aptos"/>
              </a:defRPr>
            </a:pPr>
            <a:r>
              <a:t>Browse food-related service requests by area.</a:t>
            </a:r>
          </a:p>
        </p:txBody>
      </p:sp>
      <p:sp>
        <p:nvSpPr>
          <p:cNvPr id="117" name="Rounded Rectangle 33">
            <a:extLst>
              <a:ext uri="{FF2B5EF4-FFF2-40B4-BE49-F238E27FC236}">
                <a16:creationId xmlns:a16="http://schemas.microsoft.com/office/drawing/2014/main" id="{5FB6A8DF-23C7-F090-6087-3C7DB7EB0218}"/>
              </a:ext>
            </a:extLst>
          </p:cNvPr>
          <p:cNvSpPr/>
          <p:nvPr/>
        </p:nvSpPr>
        <p:spPr>
          <a:xfrm>
            <a:off x="2295144" y="4334637"/>
            <a:ext cx="8714232" cy="11231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24C84CD-EA3B-76C3-3162-23BED0707A5F}"/>
              </a:ext>
            </a:extLst>
          </p:cNvPr>
          <p:cNvSpPr txBox="1"/>
          <p:nvPr/>
        </p:nvSpPr>
        <p:spPr>
          <a:xfrm>
            <a:off x="2459736" y="4444365"/>
            <a:ext cx="8394192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00" b="1">
                <a:solidFill>
                  <a:srgbClr val="29323D"/>
                </a:solidFill>
                <a:latin typeface="Aptos"/>
              </a:defRPr>
            </a:pPr>
            <a:r>
              <a:t>Compare neighborhoods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212B2FF-2921-BA79-93FD-1A37FE2F5CE6}"/>
              </a:ext>
            </a:extLst>
          </p:cNvPr>
          <p:cNvSpPr txBox="1"/>
          <p:nvPr/>
        </p:nvSpPr>
        <p:spPr>
          <a:xfrm>
            <a:off x="2496312" y="4817651"/>
            <a:ext cx="8211312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0">
                <a:solidFill>
                  <a:srgbClr val="606A75"/>
                </a:solidFill>
                <a:latin typeface="Aptos"/>
              </a:defRPr>
            </a:pPr>
            <a:r>
              <a:rPr lang="en-AE" sz="1000" dirty="0">
                <a:solidFill>
                  <a:srgbClr val="606A75"/>
                </a:solidFill>
                <a:latin typeface="Aptos"/>
              </a:rPr>
              <a:t>Compare inspection and 311 request totals by </a:t>
            </a:r>
            <a:r>
              <a:rPr lang="en-AE" sz="1000" dirty="0" err="1">
                <a:solidFill>
                  <a:srgbClr val="606A75"/>
                </a:solidFill>
                <a:latin typeface="Aptos"/>
              </a:rPr>
              <a:t>neighborhood</a:t>
            </a:r>
            <a:r>
              <a:rPr lang="en-AE" sz="1000" dirty="0">
                <a:solidFill>
                  <a:srgbClr val="606A75"/>
                </a:solidFill>
                <a:latin typeface="Aptos"/>
              </a:rPr>
              <a:t>.</a:t>
            </a:r>
            <a:endParaRPr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EC79E8C-75C1-799C-1DCB-F40448A08528}"/>
              </a:ext>
            </a:extLst>
          </p:cNvPr>
          <p:cNvSpPr/>
          <p:nvPr/>
        </p:nvSpPr>
        <p:spPr>
          <a:xfrm>
            <a:off x="2295144" y="5953887"/>
            <a:ext cx="8714232" cy="3657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EB1ED6E-D303-AB41-B714-63296991C8EA}"/>
              </a:ext>
            </a:extLst>
          </p:cNvPr>
          <p:cNvSpPr txBox="1"/>
          <p:nvPr/>
        </p:nvSpPr>
        <p:spPr>
          <a:xfrm>
            <a:off x="2423160" y="6025706"/>
            <a:ext cx="8284464" cy="29260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0">
                <a:solidFill>
                  <a:srgbClr val="606A75"/>
                </a:solidFill>
                <a:latin typeface="Aptos"/>
              </a:defRPr>
            </a:pPr>
            <a:r>
              <a:rPr dirty="0"/>
              <a:t>Data sources: Cincinnati Food Safety Program  |  Cincinnati 311 Service Requests</a:t>
            </a:r>
          </a:p>
        </p:txBody>
      </p:sp>
      <p:sp>
        <p:nvSpPr>
          <p:cNvPr id="4" name="Rounded Rectangle 26">
            <a:extLst>
              <a:ext uri="{FF2B5EF4-FFF2-40B4-BE49-F238E27FC236}">
                <a16:creationId xmlns:a16="http://schemas.microsoft.com/office/drawing/2014/main" id="{EB309F01-9220-BB8D-A04D-2AA70E6447D9}"/>
              </a:ext>
            </a:extLst>
          </p:cNvPr>
          <p:cNvSpPr/>
          <p:nvPr/>
        </p:nvSpPr>
        <p:spPr>
          <a:xfrm>
            <a:off x="6652260" y="2298384"/>
            <a:ext cx="1540383" cy="393192"/>
          </a:xfrm>
          <a:prstGeom prst="roundRect">
            <a:avLst>
              <a:gd name="adj" fmla="val 12000"/>
            </a:avLst>
          </a:prstGeom>
          <a:solidFill>
            <a:srgbClr val="40537C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Search</a:t>
            </a:r>
            <a:endParaRPr sz="11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E7DA79-2E4A-B1D7-7A28-8DE31A30CD23}"/>
              </a:ext>
            </a:extLst>
          </p:cNvPr>
          <p:cNvSpPr txBox="1"/>
          <p:nvPr/>
        </p:nvSpPr>
        <p:spPr>
          <a:xfrm>
            <a:off x="6305550" y="457480"/>
            <a:ext cx="507492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r">
              <a:defRPr sz="1019" b="0">
                <a:solidFill>
                  <a:srgbClr val="606A75"/>
                </a:solidFill>
                <a:latin typeface="Aptos"/>
              </a:defRPr>
            </a:pPr>
            <a:r>
              <a:rPr dirty="0"/>
              <a:t>Home    Restaurants    311 Requests    Neighborhood Insights</a:t>
            </a:r>
          </a:p>
        </p:txBody>
      </p:sp>
    </p:spTree>
    <p:extLst>
      <p:ext uri="{BB962C8B-B14F-4D97-AF65-F5344CB8AC3E}">
        <p14:creationId xmlns:p14="http://schemas.microsoft.com/office/powerpoint/2010/main" val="3648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63611-D34A-FD2E-5A4D-14F167C7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65935B91-924D-A61C-80AA-F2189AD7F3D1}"/>
              </a:ext>
            </a:extLst>
          </p:cNvPr>
          <p:cNvSpPr/>
          <p:nvPr/>
        </p:nvSpPr>
        <p:spPr>
          <a:xfrm>
            <a:off x="667512" y="1257300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F2F1724A-772E-0464-AE42-BA7882FFCB3D}"/>
              </a:ext>
            </a:extLst>
          </p:cNvPr>
          <p:cNvSpPr/>
          <p:nvPr/>
        </p:nvSpPr>
        <p:spPr>
          <a:xfrm>
            <a:off x="457200" y="851154"/>
            <a:ext cx="11265408" cy="5586222"/>
          </a:xfrm>
          <a:prstGeom prst="rect">
            <a:avLst/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F2EC61-BA40-65D5-3B89-B35A9931F93C}"/>
              </a:ext>
            </a:extLst>
          </p:cNvPr>
          <p:cNvSpPr/>
          <p:nvPr/>
        </p:nvSpPr>
        <p:spPr>
          <a:xfrm>
            <a:off x="469392" y="868680"/>
            <a:ext cx="1554480" cy="5623179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FC0552-1EE4-CC76-2140-31856E2DDD56}"/>
              </a:ext>
            </a:extLst>
          </p:cNvPr>
          <p:cNvSpPr/>
          <p:nvPr/>
        </p:nvSpPr>
        <p:spPr>
          <a:xfrm>
            <a:off x="457200" y="393192"/>
            <a:ext cx="11291697" cy="4754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8341DF-9275-D5F1-6E6A-4E725AB84410}"/>
              </a:ext>
            </a:extLst>
          </p:cNvPr>
          <p:cNvSpPr txBox="1"/>
          <p:nvPr/>
        </p:nvSpPr>
        <p:spPr>
          <a:xfrm>
            <a:off x="896112" y="457200"/>
            <a:ext cx="274320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rPr dirty="0"/>
              <a:t>Cincy Food Safety Watch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440C6E-04B9-2CF9-183C-91557F0B1799}"/>
              </a:ext>
            </a:extLst>
          </p:cNvPr>
          <p:cNvSpPr txBox="1"/>
          <p:nvPr/>
        </p:nvSpPr>
        <p:spPr>
          <a:xfrm>
            <a:off x="740664" y="2543746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Neighborhood Insights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16F008-DFC1-5992-DE64-5519E491AC98}"/>
              </a:ext>
            </a:extLst>
          </p:cNvPr>
          <p:cNvSpPr txBox="1"/>
          <p:nvPr/>
        </p:nvSpPr>
        <p:spPr>
          <a:xfrm>
            <a:off x="740664" y="311353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About /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2C797A-D076-A822-5552-69FA5BDEA341}"/>
              </a:ext>
            </a:extLst>
          </p:cNvPr>
          <p:cNvSpPr txBox="1"/>
          <p:nvPr/>
        </p:nvSpPr>
        <p:spPr>
          <a:xfrm>
            <a:off x="2295144" y="1193365"/>
            <a:ext cx="8046720" cy="30008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80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Search restaurant inspection records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2449C2-5D62-FDB1-EE5F-0259A0A308AF}"/>
              </a:ext>
            </a:extLst>
          </p:cNvPr>
          <p:cNvSpPr txBox="1"/>
          <p:nvPr/>
        </p:nvSpPr>
        <p:spPr>
          <a:xfrm>
            <a:off x="2346578" y="1665616"/>
            <a:ext cx="8869680" cy="1815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Filter food-establishment records and open a restaurant to view its inspections.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807E47-4C85-2A70-2D1A-6244B2AA5A8A}"/>
              </a:ext>
            </a:extLst>
          </p:cNvPr>
          <p:cNvSpPr txBox="1"/>
          <p:nvPr/>
        </p:nvSpPr>
        <p:spPr>
          <a:xfrm>
            <a:off x="2346578" y="2096930"/>
            <a:ext cx="2880360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RESTAURANT NAME</a:t>
            </a:r>
          </a:p>
        </p:txBody>
      </p:sp>
      <p:sp>
        <p:nvSpPr>
          <p:cNvPr id="40" name="Rounded Rectangle 23">
            <a:extLst>
              <a:ext uri="{FF2B5EF4-FFF2-40B4-BE49-F238E27FC236}">
                <a16:creationId xmlns:a16="http://schemas.microsoft.com/office/drawing/2014/main" id="{7DBB892E-AFA0-EEE2-2951-2A1EADA72727}"/>
              </a:ext>
            </a:extLst>
          </p:cNvPr>
          <p:cNvSpPr/>
          <p:nvPr/>
        </p:nvSpPr>
        <p:spPr>
          <a:xfrm>
            <a:off x="2360675" y="2313432"/>
            <a:ext cx="3544825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C1A37E-9062-101C-582E-712F69582A13}"/>
              </a:ext>
            </a:extLst>
          </p:cNvPr>
          <p:cNvSpPr txBox="1"/>
          <p:nvPr/>
        </p:nvSpPr>
        <p:spPr>
          <a:xfrm>
            <a:off x="2478024" y="2431792"/>
            <a:ext cx="2697479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e.g., Restaurant A</a:t>
            </a:r>
          </a:p>
        </p:txBody>
      </p:sp>
      <p:sp>
        <p:nvSpPr>
          <p:cNvPr id="46" name="Rounded Rectangle 26">
            <a:extLst>
              <a:ext uri="{FF2B5EF4-FFF2-40B4-BE49-F238E27FC236}">
                <a16:creationId xmlns:a16="http://schemas.microsoft.com/office/drawing/2014/main" id="{785A1EF7-168A-FFE4-D6A7-EEFC097E4531}"/>
              </a:ext>
            </a:extLst>
          </p:cNvPr>
          <p:cNvSpPr/>
          <p:nvPr/>
        </p:nvSpPr>
        <p:spPr>
          <a:xfrm>
            <a:off x="2393728" y="2916936"/>
            <a:ext cx="1540383" cy="393192"/>
          </a:xfrm>
          <a:prstGeom prst="roundRect">
            <a:avLst>
              <a:gd name="adj" fmla="val 12000"/>
            </a:avLst>
          </a:prstGeom>
          <a:solidFill>
            <a:srgbClr val="40537C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Search</a:t>
            </a:r>
            <a:endParaRPr sz="1100" b="1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F3CA4A-59FF-4D47-E917-52E7007FEDD6}"/>
              </a:ext>
            </a:extLst>
          </p:cNvPr>
          <p:cNvSpPr txBox="1"/>
          <p:nvPr/>
        </p:nvSpPr>
        <p:spPr>
          <a:xfrm>
            <a:off x="6656070" y="2404333"/>
            <a:ext cx="1388176" cy="19236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sz="1100" b="1" dirty="0">
                <a:solidFill>
                  <a:schemeClr val="bg1"/>
                </a:solidFill>
              </a:rPr>
              <a:t>Search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29DA781-C1F1-0E8D-5089-C90F2733C13F}"/>
              </a:ext>
            </a:extLst>
          </p:cNvPr>
          <p:cNvSpPr txBox="1"/>
          <p:nvPr/>
        </p:nvSpPr>
        <p:spPr>
          <a:xfrm>
            <a:off x="530352" y="6557752"/>
            <a:ext cx="8046720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Restaurant Search  </a:t>
            </a:r>
            <a:r>
              <a:rPr dirty="0"/>
              <a:t>|  mockup</a:t>
            </a:r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BB117353-7A88-D260-971D-DD24E05D09FB}"/>
              </a:ext>
            </a:extLst>
          </p:cNvPr>
          <p:cNvSpPr/>
          <p:nvPr/>
        </p:nvSpPr>
        <p:spPr>
          <a:xfrm>
            <a:off x="637032" y="1628059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815F6C-5578-A883-619A-835BEA7204C7}"/>
              </a:ext>
            </a:extLst>
          </p:cNvPr>
          <p:cNvSpPr txBox="1"/>
          <p:nvPr/>
        </p:nvSpPr>
        <p:spPr>
          <a:xfrm>
            <a:off x="740664" y="1393649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B0CA4-DB69-CEB4-4FCC-760CB2C085C4}"/>
              </a:ext>
            </a:extLst>
          </p:cNvPr>
          <p:cNvSpPr txBox="1"/>
          <p:nvPr/>
        </p:nvSpPr>
        <p:spPr>
          <a:xfrm>
            <a:off x="752856" y="2164412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311 Requests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910A7B-6B37-8690-9EC6-4D32AA963122}"/>
              </a:ext>
            </a:extLst>
          </p:cNvPr>
          <p:cNvSpPr txBox="1"/>
          <p:nvPr/>
        </p:nvSpPr>
        <p:spPr>
          <a:xfrm>
            <a:off x="740664" y="1754456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b="1" dirty="0"/>
              <a:t>Restaurant Search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88B9F9F-53AF-5D66-FF1D-496460A3FB66}"/>
              </a:ext>
            </a:extLst>
          </p:cNvPr>
          <p:cNvSpPr/>
          <p:nvPr/>
        </p:nvSpPr>
        <p:spPr>
          <a:xfrm>
            <a:off x="2295144" y="5953887"/>
            <a:ext cx="8714232" cy="3657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49E58AA-F96A-AFEE-D547-5C1BAD8C2256}"/>
              </a:ext>
            </a:extLst>
          </p:cNvPr>
          <p:cNvSpPr txBox="1"/>
          <p:nvPr/>
        </p:nvSpPr>
        <p:spPr>
          <a:xfrm>
            <a:off x="2423160" y="6091218"/>
            <a:ext cx="8284464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Result count and pagination / no-results message shown here as applicable.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DA5A70C-027E-A7FF-D607-22405EB847BC}"/>
              </a:ext>
            </a:extLst>
          </p:cNvPr>
          <p:cNvSpPr txBox="1"/>
          <p:nvPr/>
        </p:nvSpPr>
        <p:spPr>
          <a:xfrm>
            <a:off x="6139243" y="2069471"/>
            <a:ext cx="2880360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NEIGHBORHOOD</a:t>
            </a:r>
          </a:p>
        </p:txBody>
      </p:sp>
      <p:sp>
        <p:nvSpPr>
          <p:cNvPr id="130" name="Rounded Rectangle 23">
            <a:extLst>
              <a:ext uri="{FF2B5EF4-FFF2-40B4-BE49-F238E27FC236}">
                <a16:creationId xmlns:a16="http://schemas.microsoft.com/office/drawing/2014/main" id="{E30EB431-5CB7-599A-3703-B38A6707D108}"/>
              </a:ext>
            </a:extLst>
          </p:cNvPr>
          <p:cNvSpPr/>
          <p:nvPr/>
        </p:nvSpPr>
        <p:spPr>
          <a:xfrm>
            <a:off x="6153340" y="2285973"/>
            <a:ext cx="409556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8518111-66B3-AB9A-4CE9-F7AC6DC37391}"/>
              </a:ext>
            </a:extLst>
          </p:cNvPr>
          <p:cNvSpPr txBox="1"/>
          <p:nvPr/>
        </p:nvSpPr>
        <p:spPr>
          <a:xfrm>
            <a:off x="6270689" y="2404333"/>
            <a:ext cx="2697479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Any  ▾</a:t>
            </a:r>
          </a:p>
        </p:txBody>
      </p:sp>
      <p:sp>
        <p:nvSpPr>
          <p:cNvPr id="140" name="Rounded Rectangle 26">
            <a:extLst>
              <a:ext uri="{FF2B5EF4-FFF2-40B4-BE49-F238E27FC236}">
                <a16:creationId xmlns:a16="http://schemas.microsoft.com/office/drawing/2014/main" id="{2B999474-14AD-33F1-7176-D0BEA690E85B}"/>
              </a:ext>
            </a:extLst>
          </p:cNvPr>
          <p:cNvSpPr/>
          <p:nvPr/>
        </p:nvSpPr>
        <p:spPr>
          <a:xfrm>
            <a:off x="4219575" y="2915793"/>
            <a:ext cx="1685925" cy="393192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40537C"/>
                </a:solidFill>
              </a:rPr>
              <a:t>Clear Filters</a:t>
            </a:r>
            <a:endParaRPr sz="1100" b="1" dirty="0">
              <a:solidFill>
                <a:srgbClr val="40537C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EBBC019-FFCF-015F-4457-7AA91B9C4AD3}"/>
              </a:ext>
            </a:extLst>
          </p:cNvPr>
          <p:cNvSpPr txBox="1"/>
          <p:nvPr/>
        </p:nvSpPr>
        <p:spPr>
          <a:xfrm>
            <a:off x="2377440" y="3657600"/>
            <a:ext cx="6711696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29323D"/>
                </a:solidFill>
                <a:latin typeface="Aptos"/>
              </a:defRPr>
            </a:pPr>
            <a:r>
              <a:rPr dirty="0"/>
              <a:t>MATCHING ESTABLISHMENTS  (sample rows)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99CA61A-8A81-A2CC-F7FF-BB3EAAF3E8A0}"/>
              </a:ext>
            </a:extLst>
          </p:cNvPr>
          <p:cNvSpPr/>
          <p:nvPr/>
        </p:nvSpPr>
        <p:spPr>
          <a:xfrm>
            <a:off x="2377440" y="4050791"/>
            <a:ext cx="8668512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17F4EB-6920-7FDC-AE5B-1A0BC7DFF780}"/>
              </a:ext>
            </a:extLst>
          </p:cNvPr>
          <p:cNvSpPr txBox="1"/>
          <p:nvPr/>
        </p:nvSpPr>
        <p:spPr>
          <a:xfrm>
            <a:off x="2478024" y="4087368"/>
            <a:ext cx="2624328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Restaurant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6BDD361-0CD1-22A8-4329-CDD2CA56F219}"/>
              </a:ext>
            </a:extLst>
          </p:cNvPr>
          <p:cNvSpPr txBox="1"/>
          <p:nvPr/>
        </p:nvSpPr>
        <p:spPr>
          <a:xfrm>
            <a:off x="5239512" y="4087368"/>
            <a:ext cx="2011680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Neighborhood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33C297B-19F6-4000-7525-19136D7C2FCA}"/>
              </a:ext>
            </a:extLst>
          </p:cNvPr>
          <p:cNvSpPr txBox="1"/>
          <p:nvPr/>
        </p:nvSpPr>
        <p:spPr>
          <a:xfrm>
            <a:off x="7388352" y="4087368"/>
            <a:ext cx="1828800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Last action date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3C21976-51B6-D2A3-5FEB-F98F2155355C}"/>
              </a:ext>
            </a:extLst>
          </p:cNvPr>
          <p:cNvSpPr txBox="1"/>
          <p:nvPr/>
        </p:nvSpPr>
        <p:spPr>
          <a:xfrm>
            <a:off x="9354312" y="4087368"/>
            <a:ext cx="1655064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65A4032-955C-64FC-EC76-80063DA1C903}"/>
              </a:ext>
            </a:extLst>
          </p:cNvPr>
          <p:cNvSpPr/>
          <p:nvPr/>
        </p:nvSpPr>
        <p:spPr>
          <a:xfrm>
            <a:off x="2377440" y="4379976"/>
            <a:ext cx="8668512" cy="448056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E7278CA-41AF-04BC-0C47-79512AE7DC6A}"/>
              </a:ext>
            </a:extLst>
          </p:cNvPr>
          <p:cNvSpPr txBox="1"/>
          <p:nvPr/>
        </p:nvSpPr>
        <p:spPr>
          <a:xfrm>
            <a:off x="2478024" y="4407408"/>
            <a:ext cx="2624328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Restaurant A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E963B3C-A6AF-ECA0-2DEC-FE3C257DEE57}"/>
              </a:ext>
            </a:extLst>
          </p:cNvPr>
          <p:cNvSpPr txBox="1"/>
          <p:nvPr/>
        </p:nvSpPr>
        <p:spPr>
          <a:xfrm>
            <a:off x="5239512" y="4407408"/>
            <a:ext cx="201168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1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F3B6E0F-6F3B-0553-E023-4B4C274EFC8D}"/>
              </a:ext>
            </a:extLst>
          </p:cNvPr>
          <p:cNvSpPr txBox="1"/>
          <p:nvPr/>
        </p:nvSpPr>
        <p:spPr>
          <a:xfrm>
            <a:off x="7388352" y="4407408"/>
            <a:ext cx="182880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45553F2-FBB6-DB41-C433-364DD54DAAE7}"/>
              </a:ext>
            </a:extLst>
          </p:cNvPr>
          <p:cNvSpPr txBox="1"/>
          <p:nvPr/>
        </p:nvSpPr>
        <p:spPr>
          <a:xfrm>
            <a:off x="9354312" y="4407408"/>
            <a:ext cx="1655064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View records →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F98709F6-E750-D76A-6783-FA6CCAD840C2}"/>
              </a:ext>
            </a:extLst>
          </p:cNvPr>
          <p:cNvSpPr/>
          <p:nvPr/>
        </p:nvSpPr>
        <p:spPr>
          <a:xfrm>
            <a:off x="2377440" y="4828032"/>
            <a:ext cx="8668512" cy="448056"/>
          </a:xfrm>
          <a:prstGeom prst="rect">
            <a:avLst/>
          </a:prstGeom>
          <a:solidFill>
            <a:srgbClr val="F5F6F7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F11120A-2F01-D518-5608-3E28798FA8D7}"/>
              </a:ext>
            </a:extLst>
          </p:cNvPr>
          <p:cNvSpPr txBox="1"/>
          <p:nvPr/>
        </p:nvSpPr>
        <p:spPr>
          <a:xfrm>
            <a:off x="2478024" y="4855464"/>
            <a:ext cx="2624328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Restaurant B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5282203-1B02-CBD1-5121-2BB4031E898B}"/>
              </a:ext>
            </a:extLst>
          </p:cNvPr>
          <p:cNvSpPr txBox="1"/>
          <p:nvPr/>
        </p:nvSpPr>
        <p:spPr>
          <a:xfrm>
            <a:off x="5239512" y="4855464"/>
            <a:ext cx="201168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2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2900A85-A171-14F4-4C80-4ACE945622A8}"/>
              </a:ext>
            </a:extLst>
          </p:cNvPr>
          <p:cNvSpPr txBox="1"/>
          <p:nvPr/>
        </p:nvSpPr>
        <p:spPr>
          <a:xfrm>
            <a:off x="7388352" y="4855464"/>
            <a:ext cx="182880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E03159F-D169-6389-7C59-EBB0E18F0D2E}"/>
              </a:ext>
            </a:extLst>
          </p:cNvPr>
          <p:cNvSpPr txBox="1"/>
          <p:nvPr/>
        </p:nvSpPr>
        <p:spPr>
          <a:xfrm>
            <a:off x="9354312" y="4855464"/>
            <a:ext cx="1655064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View records →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B105E26-0209-5989-AFC6-7D6901D4DD27}"/>
              </a:ext>
            </a:extLst>
          </p:cNvPr>
          <p:cNvSpPr/>
          <p:nvPr/>
        </p:nvSpPr>
        <p:spPr>
          <a:xfrm>
            <a:off x="2377440" y="5276088"/>
            <a:ext cx="8668512" cy="448056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AFE5E96-C193-711A-C7CE-4BBE5C0CF4BB}"/>
              </a:ext>
            </a:extLst>
          </p:cNvPr>
          <p:cNvSpPr txBox="1"/>
          <p:nvPr/>
        </p:nvSpPr>
        <p:spPr>
          <a:xfrm>
            <a:off x="2478024" y="5303520"/>
            <a:ext cx="2624328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Restaurant C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321CA1B-2BF0-29F2-93CD-AA58629A7FA5}"/>
              </a:ext>
            </a:extLst>
          </p:cNvPr>
          <p:cNvSpPr txBox="1"/>
          <p:nvPr/>
        </p:nvSpPr>
        <p:spPr>
          <a:xfrm>
            <a:off x="5239512" y="5303520"/>
            <a:ext cx="201168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1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E67E501-22AF-D820-86F8-4560B8EA19F8}"/>
              </a:ext>
            </a:extLst>
          </p:cNvPr>
          <p:cNvSpPr txBox="1"/>
          <p:nvPr/>
        </p:nvSpPr>
        <p:spPr>
          <a:xfrm>
            <a:off x="7388352" y="5303520"/>
            <a:ext cx="1828800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CDA8958-19E8-78C3-D805-45D95CFF3B96}"/>
              </a:ext>
            </a:extLst>
          </p:cNvPr>
          <p:cNvSpPr txBox="1"/>
          <p:nvPr/>
        </p:nvSpPr>
        <p:spPr>
          <a:xfrm>
            <a:off x="9354312" y="5303520"/>
            <a:ext cx="1655064" cy="39319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View records →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B699D9E-EE3A-9342-50A5-8B8CACD7C10F}"/>
              </a:ext>
            </a:extLst>
          </p:cNvPr>
          <p:cNvSpPr txBox="1"/>
          <p:nvPr/>
        </p:nvSpPr>
        <p:spPr>
          <a:xfrm>
            <a:off x="6305550" y="457480"/>
            <a:ext cx="507492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r">
              <a:defRPr sz="1019" b="0">
                <a:solidFill>
                  <a:srgbClr val="606A75"/>
                </a:solidFill>
                <a:latin typeface="Aptos"/>
              </a:defRPr>
            </a:pPr>
            <a:r>
              <a:rPr dirty="0"/>
              <a:t>Home    Restaurants    311 Requests    Neighborhood Insights</a:t>
            </a:r>
          </a:p>
        </p:txBody>
      </p:sp>
    </p:spTree>
    <p:extLst>
      <p:ext uri="{BB962C8B-B14F-4D97-AF65-F5344CB8AC3E}">
        <p14:creationId xmlns:p14="http://schemas.microsoft.com/office/powerpoint/2010/main" val="270974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51AC6-86EC-D68D-BBA4-DCFF8DDE7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52925552-E13C-E020-B07C-46F04AAE0121}"/>
              </a:ext>
            </a:extLst>
          </p:cNvPr>
          <p:cNvSpPr/>
          <p:nvPr/>
        </p:nvSpPr>
        <p:spPr>
          <a:xfrm>
            <a:off x="667512" y="1257300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8B0909D2-9EDA-1445-8D6B-FB892C41541F}"/>
              </a:ext>
            </a:extLst>
          </p:cNvPr>
          <p:cNvSpPr/>
          <p:nvPr/>
        </p:nvSpPr>
        <p:spPr>
          <a:xfrm>
            <a:off x="457200" y="851154"/>
            <a:ext cx="11265408" cy="5586222"/>
          </a:xfrm>
          <a:prstGeom prst="rect">
            <a:avLst/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DC8007-17F9-2BB6-3D06-00B17E8051E6}"/>
              </a:ext>
            </a:extLst>
          </p:cNvPr>
          <p:cNvSpPr/>
          <p:nvPr/>
        </p:nvSpPr>
        <p:spPr>
          <a:xfrm>
            <a:off x="469392" y="868680"/>
            <a:ext cx="1554480" cy="5623179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C1A598-5A8A-5339-B242-EB3BA40E087F}"/>
              </a:ext>
            </a:extLst>
          </p:cNvPr>
          <p:cNvSpPr/>
          <p:nvPr/>
        </p:nvSpPr>
        <p:spPr>
          <a:xfrm>
            <a:off x="457200" y="393192"/>
            <a:ext cx="11291697" cy="4754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0C396D-DBCB-AAFF-ED18-4CCF1E7021A6}"/>
              </a:ext>
            </a:extLst>
          </p:cNvPr>
          <p:cNvSpPr txBox="1"/>
          <p:nvPr/>
        </p:nvSpPr>
        <p:spPr>
          <a:xfrm>
            <a:off x="896112" y="457200"/>
            <a:ext cx="274320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rPr dirty="0"/>
              <a:t>Cincy Food Safety Watch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6233D5-B5C1-72EB-0D53-9CA539C8CC7B}"/>
              </a:ext>
            </a:extLst>
          </p:cNvPr>
          <p:cNvSpPr txBox="1"/>
          <p:nvPr/>
        </p:nvSpPr>
        <p:spPr>
          <a:xfrm>
            <a:off x="740664" y="2543746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Neighborhood Insights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6C7F00-246E-0176-F2A6-4DCB7D90BF31}"/>
              </a:ext>
            </a:extLst>
          </p:cNvPr>
          <p:cNvSpPr txBox="1"/>
          <p:nvPr/>
        </p:nvSpPr>
        <p:spPr>
          <a:xfrm>
            <a:off x="740664" y="311353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About /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F2056A-045D-AC79-D61E-8B3BAD8DD054}"/>
              </a:ext>
            </a:extLst>
          </p:cNvPr>
          <p:cNvSpPr txBox="1"/>
          <p:nvPr/>
        </p:nvSpPr>
        <p:spPr>
          <a:xfrm>
            <a:off x="2295144" y="1264826"/>
            <a:ext cx="8046720" cy="28469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70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Restaurant A — inspection details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090048-16E4-C615-9355-6C1AE6EECE90}"/>
              </a:ext>
            </a:extLst>
          </p:cNvPr>
          <p:cNvSpPr txBox="1"/>
          <p:nvPr/>
        </p:nvSpPr>
        <p:spPr>
          <a:xfrm>
            <a:off x="6656070" y="2404333"/>
            <a:ext cx="1388176" cy="19236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sz="1100" b="1" dirty="0">
                <a:solidFill>
                  <a:schemeClr val="bg1"/>
                </a:solidFill>
              </a:rPr>
              <a:t>Search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D8886FB-9D38-5682-CAFA-422785059054}"/>
              </a:ext>
            </a:extLst>
          </p:cNvPr>
          <p:cNvSpPr txBox="1"/>
          <p:nvPr/>
        </p:nvSpPr>
        <p:spPr>
          <a:xfrm>
            <a:off x="530352" y="6557752"/>
            <a:ext cx="8046720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Restaurant Details  </a:t>
            </a:r>
            <a:r>
              <a:rPr dirty="0"/>
              <a:t>|  mockup</a:t>
            </a:r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043038B2-BB1C-8F94-CFD9-129035669EBD}"/>
              </a:ext>
            </a:extLst>
          </p:cNvPr>
          <p:cNvSpPr/>
          <p:nvPr/>
        </p:nvSpPr>
        <p:spPr>
          <a:xfrm>
            <a:off x="637032" y="1628059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F38550-F74B-BD9D-BF58-DA7CDCBDF1F5}"/>
              </a:ext>
            </a:extLst>
          </p:cNvPr>
          <p:cNvSpPr txBox="1"/>
          <p:nvPr/>
        </p:nvSpPr>
        <p:spPr>
          <a:xfrm>
            <a:off x="740664" y="1393649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B42B8C-C82A-5404-AAA9-B23B99A33A3F}"/>
              </a:ext>
            </a:extLst>
          </p:cNvPr>
          <p:cNvSpPr txBox="1"/>
          <p:nvPr/>
        </p:nvSpPr>
        <p:spPr>
          <a:xfrm>
            <a:off x="752856" y="2164412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311 Requests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B15B7F-5BFE-EA72-CCC5-E5A60CBF7862}"/>
              </a:ext>
            </a:extLst>
          </p:cNvPr>
          <p:cNvSpPr txBox="1"/>
          <p:nvPr/>
        </p:nvSpPr>
        <p:spPr>
          <a:xfrm>
            <a:off x="740664" y="1754456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b="1" dirty="0"/>
              <a:t>Restaurant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291B9-37F9-A951-184A-5190BDC16B05}"/>
              </a:ext>
            </a:extLst>
          </p:cNvPr>
          <p:cNvSpPr txBox="1"/>
          <p:nvPr/>
        </p:nvSpPr>
        <p:spPr>
          <a:xfrm>
            <a:off x="2295144" y="889922"/>
            <a:ext cx="4133087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4D627B"/>
                </a:solidFill>
                <a:latin typeface="Aptos"/>
              </a:defRPr>
            </a:pPr>
            <a:r>
              <a:rPr dirty="0"/>
              <a:t>← Back to restaurant search</a:t>
            </a:r>
          </a:p>
        </p:txBody>
      </p:sp>
      <p:sp>
        <p:nvSpPr>
          <p:cNvPr id="19" name="Rounded Rectangle 22">
            <a:extLst>
              <a:ext uri="{FF2B5EF4-FFF2-40B4-BE49-F238E27FC236}">
                <a16:creationId xmlns:a16="http://schemas.microsoft.com/office/drawing/2014/main" id="{792338FA-4B58-0720-7B00-213DD00E3C94}"/>
              </a:ext>
            </a:extLst>
          </p:cNvPr>
          <p:cNvSpPr/>
          <p:nvPr/>
        </p:nvSpPr>
        <p:spPr>
          <a:xfrm>
            <a:off x="2295144" y="1780061"/>
            <a:ext cx="8668512" cy="71323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A28D44-9E64-ED8C-F89A-0BF5E2891FB7}"/>
              </a:ext>
            </a:extLst>
          </p:cNvPr>
          <p:cNvSpPr txBox="1"/>
          <p:nvPr/>
        </p:nvSpPr>
        <p:spPr>
          <a:xfrm>
            <a:off x="2496312" y="1917221"/>
            <a:ext cx="2788920" cy="21031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60" b="1">
                <a:solidFill>
                  <a:srgbClr val="29323D"/>
                </a:solidFill>
                <a:latin typeface="Aptos"/>
              </a:defRPr>
            </a:pPr>
            <a:r>
              <a:t>Name: Restaurant 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94802A-782F-AE25-FE3B-AF254A657EE6}"/>
              </a:ext>
            </a:extLst>
          </p:cNvPr>
          <p:cNvSpPr txBox="1"/>
          <p:nvPr/>
        </p:nvSpPr>
        <p:spPr>
          <a:xfrm>
            <a:off x="5276088" y="1917221"/>
            <a:ext cx="2834640" cy="21031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29323D"/>
                </a:solidFill>
                <a:latin typeface="Aptos"/>
              </a:defRPr>
            </a:pPr>
            <a:r>
              <a:t>License: [Source license ID]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4A025F-20A5-CB74-9187-2BB271FA7746}"/>
              </a:ext>
            </a:extLst>
          </p:cNvPr>
          <p:cNvSpPr txBox="1"/>
          <p:nvPr/>
        </p:nvSpPr>
        <p:spPr>
          <a:xfrm>
            <a:off x="2505456" y="2182397"/>
            <a:ext cx="5212080" cy="20116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t>Address / neighborhood: [from API]</a:t>
            </a:r>
          </a:p>
        </p:txBody>
      </p:sp>
      <p:sp>
        <p:nvSpPr>
          <p:cNvPr id="65" name="Rounded Rectangle 42">
            <a:extLst>
              <a:ext uri="{FF2B5EF4-FFF2-40B4-BE49-F238E27FC236}">
                <a16:creationId xmlns:a16="http://schemas.microsoft.com/office/drawing/2014/main" id="{4E148758-CCEB-4CF8-B12F-39798759EE98}"/>
              </a:ext>
            </a:extLst>
          </p:cNvPr>
          <p:cNvSpPr/>
          <p:nvPr/>
        </p:nvSpPr>
        <p:spPr>
          <a:xfrm>
            <a:off x="2258568" y="4645914"/>
            <a:ext cx="866851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B8E304-B9D4-8E53-7653-51963183834D}"/>
              </a:ext>
            </a:extLst>
          </p:cNvPr>
          <p:cNvSpPr txBox="1"/>
          <p:nvPr/>
        </p:nvSpPr>
        <p:spPr>
          <a:xfrm>
            <a:off x="2468880" y="4773930"/>
            <a:ext cx="7498079" cy="27432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29323D"/>
                </a:solidFill>
                <a:latin typeface="Aptos"/>
              </a:defRPr>
            </a:pPr>
            <a:r>
              <a:t>SELECTED INSPECTION — RECORDED VIOLATIONS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482362-C27B-1E86-306E-D98A577D911F}"/>
              </a:ext>
            </a:extLst>
          </p:cNvPr>
          <p:cNvSpPr txBox="1"/>
          <p:nvPr/>
        </p:nvSpPr>
        <p:spPr>
          <a:xfrm>
            <a:off x="2468880" y="5167122"/>
            <a:ext cx="7882127" cy="26517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t>[Violation code]   [Violation description / comments as published]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349453-CC66-1086-1890-1C93B8131A3D}"/>
              </a:ext>
            </a:extLst>
          </p:cNvPr>
          <p:cNvSpPr txBox="1"/>
          <p:nvPr/>
        </p:nvSpPr>
        <p:spPr>
          <a:xfrm>
            <a:off x="2468880" y="5478018"/>
            <a:ext cx="7891272" cy="21031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10" b="0">
                <a:solidFill>
                  <a:srgbClr val="606A75"/>
                </a:solidFill>
                <a:latin typeface="Aptos"/>
              </a:defRPr>
            </a:pPr>
            <a:r>
              <a:t>If no violation details exist, show an informative empty state.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458DDA8-A198-4C3C-EC81-C506462D98EB}"/>
              </a:ext>
            </a:extLst>
          </p:cNvPr>
          <p:cNvSpPr txBox="1"/>
          <p:nvPr/>
        </p:nvSpPr>
        <p:spPr>
          <a:xfrm>
            <a:off x="6305550" y="457480"/>
            <a:ext cx="507492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r">
              <a:defRPr sz="1019" b="0">
                <a:solidFill>
                  <a:srgbClr val="606A75"/>
                </a:solidFill>
                <a:latin typeface="Aptos"/>
              </a:defRPr>
            </a:pPr>
            <a:r>
              <a:rPr dirty="0"/>
              <a:t>Home    Restaurants    311 Requests    Neighborhood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17C79-28A6-EF0B-1996-32D3B5978ECA}"/>
              </a:ext>
            </a:extLst>
          </p:cNvPr>
          <p:cNvSpPr txBox="1"/>
          <p:nvPr/>
        </p:nvSpPr>
        <p:spPr>
          <a:xfrm>
            <a:off x="2304288" y="2864058"/>
            <a:ext cx="6675120" cy="22860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29323D"/>
                </a:solidFill>
                <a:latin typeface="Aptos"/>
              </a:defRPr>
            </a:pPr>
            <a:r>
              <a:rPr dirty="0"/>
              <a:t>INSPECTION HISTORY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437B98-42EA-6FDE-971E-B8C2303E9EA8}"/>
              </a:ext>
            </a:extLst>
          </p:cNvPr>
          <p:cNvSpPr/>
          <p:nvPr/>
        </p:nvSpPr>
        <p:spPr>
          <a:xfrm>
            <a:off x="2304288" y="3174954"/>
            <a:ext cx="8659368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813704-D3D7-41FA-7E17-0DBAD17DCBA1}"/>
              </a:ext>
            </a:extLst>
          </p:cNvPr>
          <p:cNvSpPr txBox="1"/>
          <p:nvPr/>
        </p:nvSpPr>
        <p:spPr>
          <a:xfrm>
            <a:off x="2404872" y="3211530"/>
            <a:ext cx="1984248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dirty="0"/>
              <a:t>Inspection 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C78B4-E03D-312F-ADF5-0621C76F4D6D}"/>
              </a:ext>
            </a:extLst>
          </p:cNvPr>
          <p:cNvSpPr txBox="1"/>
          <p:nvPr/>
        </p:nvSpPr>
        <p:spPr>
          <a:xfrm>
            <a:off x="4526280" y="3211530"/>
            <a:ext cx="1691640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dirty="0"/>
              <a:t>Action 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F9DCE-34FC-306C-81D5-6341F2E84BDE}"/>
              </a:ext>
            </a:extLst>
          </p:cNvPr>
          <p:cNvSpPr txBox="1"/>
          <p:nvPr/>
        </p:nvSpPr>
        <p:spPr>
          <a:xfrm>
            <a:off x="6355080" y="3211530"/>
            <a:ext cx="2304288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dirty="0"/>
              <a:t>Type / subtype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7A32D8-9BC3-F23A-C96D-5EE73D589C14}"/>
              </a:ext>
            </a:extLst>
          </p:cNvPr>
          <p:cNvSpPr txBox="1"/>
          <p:nvPr/>
        </p:nvSpPr>
        <p:spPr>
          <a:xfrm>
            <a:off x="8796528" y="3211530"/>
            <a:ext cx="2130552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Source action status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1DC5AA-C28F-94D2-042A-101725515E7E}"/>
              </a:ext>
            </a:extLst>
          </p:cNvPr>
          <p:cNvSpPr/>
          <p:nvPr/>
        </p:nvSpPr>
        <p:spPr>
          <a:xfrm>
            <a:off x="2304288" y="3504138"/>
            <a:ext cx="8659368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77FD26-4300-AA40-EEC1-004285CADB3E}"/>
              </a:ext>
            </a:extLst>
          </p:cNvPr>
          <p:cNvSpPr txBox="1"/>
          <p:nvPr/>
        </p:nvSpPr>
        <p:spPr>
          <a:xfrm>
            <a:off x="2404872" y="3531570"/>
            <a:ext cx="1984248" cy="33832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[Source ID 1]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DE701A-7896-95B3-F2D1-0754C2DD7F42}"/>
              </a:ext>
            </a:extLst>
          </p:cNvPr>
          <p:cNvSpPr txBox="1"/>
          <p:nvPr/>
        </p:nvSpPr>
        <p:spPr>
          <a:xfrm>
            <a:off x="4526280" y="3531570"/>
            <a:ext cx="1691640" cy="33832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2A2FB2-AA3A-B74E-0515-D8B4E841DB5B}"/>
              </a:ext>
            </a:extLst>
          </p:cNvPr>
          <p:cNvSpPr txBox="1"/>
          <p:nvPr/>
        </p:nvSpPr>
        <p:spPr>
          <a:xfrm>
            <a:off x="6355080" y="3531570"/>
            <a:ext cx="2304288" cy="33832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Routine / ...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47AC4F-4A07-95EA-AFAD-62D3E791546C}"/>
              </a:ext>
            </a:extLst>
          </p:cNvPr>
          <p:cNvSpPr txBox="1"/>
          <p:nvPr/>
        </p:nvSpPr>
        <p:spPr>
          <a:xfrm>
            <a:off x="8796528" y="3531570"/>
            <a:ext cx="2130552" cy="33832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[Status from API]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4908A2-AC23-BE55-B410-0ECB6F1CCDAC}"/>
              </a:ext>
            </a:extLst>
          </p:cNvPr>
          <p:cNvSpPr/>
          <p:nvPr/>
        </p:nvSpPr>
        <p:spPr>
          <a:xfrm>
            <a:off x="2304288" y="3897330"/>
            <a:ext cx="8659368" cy="393192"/>
          </a:xfrm>
          <a:prstGeom prst="rect">
            <a:avLst/>
          </a:prstGeom>
          <a:solidFill>
            <a:srgbClr val="F5F6F7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5ABB28-182B-CD25-F424-5F581DAD5F3B}"/>
              </a:ext>
            </a:extLst>
          </p:cNvPr>
          <p:cNvSpPr txBox="1"/>
          <p:nvPr/>
        </p:nvSpPr>
        <p:spPr>
          <a:xfrm>
            <a:off x="2404872" y="3924762"/>
            <a:ext cx="1984248" cy="33832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[Source ID 2]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CC617A-CA0C-2E39-37A9-95A19A5F4B80}"/>
              </a:ext>
            </a:extLst>
          </p:cNvPr>
          <p:cNvSpPr txBox="1"/>
          <p:nvPr/>
        </p:nvSpPr>
        <p:spPr>
          <a:xfrm>
            <a:off x="4526280" y="3924762"/>
            <a:ext cx="1691640" cy="33832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19DA7C-08EA-F47D-E9A9-A700BE528F15}"/>
              </a:ext>
            </a:extLst>
          </p:cNvPr>
          <p:cNvSpPr txBox="1"/>
          <p:nvPr/>
        </p:nvSpPr>
        <p:spPr>
          <a:xfrm>
            <a:off x="6355080" y="3924762"/>
            <a:ext cx="2304288" cy="33832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Follow-up / ...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0B372A-BC2C-3439-09A1-A3F40612D9C8}"/>
              </a:ext>
            </a:extLst>
          </p:cNvPr>
          <p:cNvSpPr txBox="1"/>
          <p:nvPr/>
        </p:nvSpPr>
        <p:spPr>
          <a:xfrm>
            <a:off x="8796528" y="3924762"/>
            <a:ext cx="2130552" cy="33832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[Status from API]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104B53-460C-0591-F2C8-373088B03046}"/>
              </a:ext>
            </a:extLst>
          </p:cNvPr>
          <p:cNvSpPr/>
          <p:nvPr/>
        </p:nvSpPr>
        <p:spPr>
          <a:xfrm>
            <a:off x="2295144" y="5953887"/>
            <a:ext cx="8714232" cy="3657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CB91B0-2F33-6AD8-0496-8731DC5B1DDB}"/>
              </a:ext>
            </a:extLst>
          </p:cNvPr>
          <p:cNvSpPr txBox="1"/>
          <p:nvPr/>
        </p:nvSpPr>
        <p:spPr>
          <a:xfrm>
            <a:off x="2423160" y="6091218"/>
            <a:ext cx="8284464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AE" sz="900" dirty="0">
                <a:solidFill>
                  <a:srgbClr val="606A75"/>
                </a:solidFill>
                <a:latin typeface="Aptos"/>
              </a:rPr>
              <a:t>Inspection selection and violation details page will be further developed during implementation.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531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E2E909A-7A80-EA5B-1B6E-8560F96300C4}"/>
              </a:ext>
            </a:extLst>
          </p:cNvPr>
          <p:cNvSpPr/>
          <p:nvPr/>
        </p:nvSpPr>
        <p:spPr>
          <a:xfrm>
            <a:off x="457200" y="393192"/>
            <a:ext cx="11291697" cy="4754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13231D-C0F3-DE8F-E26E-B3FD8C615571}"/>
              </a:ext>
            </a:extLst>
          </p:cNvPr>
          <p:cNvSpPr txBox="1"/>
          <p:nvPr/>
        </p:nvSpPr>
        <p:spPr>
          <a:xfrm>
            <a:off x="896112" y="457200"/>
            <a:ext cx="274320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t>Cincy Food Safety Watch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22CA2F-F2BF-83A5-0C54-EC89526E1372}"/>
              </a:ext>
            </a:extLst>
          </p:cNvPr>
          <p:cNvSpPr/>
          <p:nvPr/>
        </p:nvSpPr>
        <p:spPr>
          <a:xfrm>
            <a:off x="469392" y="841629"/>
            <a:ext cx="1554480" cy="5595747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04F5C1-7D74-E0C2-C75F-89F755E2271C}"/>
              </a:ext>
            </a:extLst>
          </p:cNvPr>
          <p:cNvSpPr txBox="1"/>
          <p:nvPr/>
        </p:nvSpPr>
        <p:spPr>
          <a:xfrm>
            <a:off x="740664" y="132664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Home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0F47CE-55D8-CFA4-1B2A-B509D20F9B79}"/>
              </a:ext>
            </a:extLst>
          </p:cNvPr>
          <p:cNvSpPr txBox="1"/>
          <p:nvPr/>
        </p:nvSpPr>
        <p:spPr>
          <a:xfrm>
            <a:off x="740664" y="1687449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Restaurant Search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B004EB-490E-208E-C210-7CB6FD748203}"/>
              </a:ext>
            </a:extLst>
          </p:cNvPr>
          <p:cNvSpPr txBox="1"/>
          <p:nvPr/>
        </p:nvSpPr>
        <p:spPr>
          <a:xfrm>
            <a:off x="740664" y="2543746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Neighborhood Insights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495D1E-9186-888B-D359-FFEB7FADA24A}"/>
              </a:ext>
            </a:extLst>
          </p:cNvPr>
          <p:cNvSpPr txBox="1"/>
          <p:nvPr/>
        </p:nvSpPr>
        <p:spPr>
          <a:xfrm>
            <a:off x="740664" y="311353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About /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AEF9EC-576C-0BB7-04EC-CA9CB2AB0F94}"/>
              </a:ext>
            </a:extLst>
          </p:cNvPr>
          <p:cNvSpPr txBox="1"/>
          <p:nvPr/>
        </p:nvSpPr>
        <p:spPr>
          <a:xfrm>
            <a:off x="2295144" y="1160526"/>
            <a:ext cx="8046720" cy="36576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800" b="1">
                <a:solidFill>
                  <a:srgbClr val="29323D"/>
                </a:solidFill>
                <a:latin typeface="Aptos"/>
              </a:defRPr>
            </a:pPr>
            <a:r>
              <a:t>Explore food-related 311 requests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70C165-710C-EC1C-F2E0-24F7F21A02DF}"/>
              </a:ext>
            </a:extLst>
          </p:cNvPr>
          <p:cNvSpPr txBox="1"/>
          <p:nvPr/>
        </p:nvSpPr>
        <p:spPr>
          <a:xfrm>
            <a:off x="2346578" y="1665616"/>
            <a:ext cx="8869680" cy="1815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AE" sz="1030" dirty="0">
                <a:solidFill>
                  <a:srgbClr val="606A75"/>
                </a:solidFill>
                <a:latin typeface="Aptos"/>
              </a:rPr>
              <a:t>View food-related city service requests by </a:t>
            </a:r>
            <a:r>
              <a:rPr lang="en-AE" sz="1030" dirty="0" err="1">
                <a:solidFill>
                  <a:srgbClr val="606A75"/>
                </a:solidFill>
                <a:latin typeface="Aptos"/>
              </a:rPr>
              <a:t>neighborhood</a:t>
            </a:r>
            <a:r>
              <a:rPr lang="en-AE" sz="1030" dirty="0">
                <a:solidFill>
                  <a:srgbClr val="606A75"/>
                </a:solidFill>
                <a:latin typeface="Aptos"/>
              </a:rPr>
              <a:t>.</a:t>
            </a:r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B1C4A3-D1DE-F729-3F48-F70858F4376A}"/>
              </a:ext>
            </a:extLst>
          </p:cNvPr>
          <p:cNvSpPr txBox="1"/>
          <p:nvPr/>
        </p:nvSpPr>
        <p:spPr>
          <a:xfrm>
            <a:off x="2346578" y="2084832"/>
            <a:ext cx="2880360" cy="20116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dirty="0"/>
              <a:t>REQUEST TYPE</a:t>
            </a:r>
          </a:p>
        </p:txBody>
      </p:sp>
      <p:sp>
        <p:nvSpPr>
          <p:cNvPr id="40" name="Rounded Rectangle 23">
            <a:extLst>
              <a:ext uri="{FF2B5EF4-FFF2-40B4-BE49-F238E27FC236}">
                <a16:creationId xmlns:a16="http://schemas.microsoft.com/office/drawing/2014/main" id="{71D30337-AC8A-4CA8-6938-D20BC007F395}"/>
              </a:ext>
            </a:extLst>
          </p:cNvPr>
          <p:cNvSpPr/>
          <p:nvPr/>
        </p:nvSpPr>
        <p:spPr>
          <a:xfrm>
            <a:off x="2360676" y="2313432"/>
            <a:ext cx="288036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FFF286-4695-0F53-EFCE-E514B8C3B113}"/>
              </a:ext>
            </a:extLst>
          </p:cNvPr>
          <p:cNvSpPr txBox="1"/>
          <p:nvPr/>
        </p:nvSpPr>
        <p:spPr>
          <a:xfrm>
            <a:off x="2478024" y="2332101"/>
            <a:ext cx="2697479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t>Food-related categories  ▾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EA11B2-8F7E-94A4-82E7-01D67B334C23}"/>
              </a:ext>
            </a:extLst>
          </p:cNvPr>
          <p:cNvSpPr txBox="1"/>
          <p:nvPr/>
        </p:nvSpPr>
        <p:spPr>
          <a:xfrm>
            <a:off x="5449824" y="2084832"/>
            <a:ext cx="2743200" cy="20116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dirty="0"/>
              <a:t>NEIGHBORHOOD</a:t>
            </a:r>
          </a:p>
        </p:txBody>
      </p:sp>
      <p:sp>
        <p:nvSpPr>
          <p:cNvPr id="46" name="Rounded Rectangle 26">
            <a:extLst>
              <a:ext uri="{FF2B5EF4-FFF2-40B4-BE49-F238E27FC236}">
                <a16:creationId xmlns:a16="http://schemas.microsoft.com/office/drawing/2014/main" id="{02EAEC68-87B8-AA38-6DF0-9C5C00B29EFC}"/>
              </a:ext>
            </a:extLst>
          </p:cNvPr>
          <p:cNvSpPr/>
          <p:nvPr/>
        </p:nvSpPr>
        <p:spPr>
          <a:xfrm>
            <a:off x="5427726" y="2313432"/>
            <a:ext cx="274320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73DEAE-B4DB-4D8C-C6B4-13F89936383C}"/>
              </a:ext>
            </a:extLst>
          </p:cNvPr>
          <p:cNvSpPr txBox="1"/>
          <p:nvPr/>
        </p:nvSpPr>
        <p:spPr>
          <a:xfrm>
            <a:off x="5463922" y="2276856"/>
            <a:ext cx="256032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t>Any  ▾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2AD4D2-7A5C-2F4D-FA87-5AA85294E347}"/>
              </a:ext>
            </a:extLst>
          </p:cNvPr>
          <p:cNvSpPr txBox="1"/>
          <p:nvPr/>
        </p:nvSpPr>
        <p:spPr>
          <a:xfrm>
            <a:off x="2414016" y="3136392"/>
            <a:ext cx="1682495" cy="37490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030" b="1">
                <a:solidFill>
                  <a:srgbClr val="FFFFFF"/>
                </a:solidFill>
                <a:latin typeface="Aptos"/>
              </a:defRPr>
            </a:pPr>
            <a:r>
              <a:t>Filter requests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F4BA614-956D-802D-B891-B4DACD283F51}"/>
              </a:ext>
            </a:extLst>
          </p:cNvPr>
          <p:cNvSpPr txBox="1"/>
          <p:nvPr/>
        </p:nvSpPr>
        <p:spPr>
          <a:xfrm>
            <a:off x="530352" y="6557752"/>
            <a:ext cx="8046720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dirty="0"/>
              <a:t>311 Requests  |  mockup</a:t>
            </a:r>
          </a:p>
        </p:txBody>
      </p:sp>
      <p:sp>
        <p:nvSpPr>
          <p:cNvPr id="121" name="Rounded Rectangle 12">
            <a:extLst>
              <a:ext uri="{FF2B5EF4-FFF2-40B4-BE49-F238E27FC236}">
                <a16:creationId xmlns:a16="http://schemas.microsoft.com/office/drawing/2014/main" id="{92CDE531-E01D-8846-45B9-FA699DE72FA9}"/>
              </a:ext>
            </a:extLst>
          </p:cNvPr>
          <p:cNvSpPr/>
          <p:nvPr/>
        </p:nvSpPr>
        <p:spPr>
          <a:xfrm>
            <a:off x="667512" y="2056067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B14431-FD09-F51E-18D9-9E7A7BFBC27F}"/>
              </a:ext>
            </a:extLst>
          </p:cNvPr>
          <p:cNvSpPr txBox="1"/>
          <p:nvPr/>
        </p:nvSpPr>
        <p:spPr>
          <a:xfrm>
            <a:off x="740664" y="2099691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1">
                <a:solidFill>
                  <a:srgbClr val="4D627B"/>
                </a:solidFill>
                <a:latin typeface="Aptos"/>
              </a:defRPr>
            </a:pPr>
            <a:r>
              <a:rPr dirty="0"/>
              <a:t>311 Requests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DC052E7-386D-B828-4C90-E8E4173D1554}"/>
              </a:ext>
            </a:extLst>
          </p:cNvPr>
          <p:cNvSpPr/>
          <p:nvPr/>
        </p:nvSpPr>
        <p:spPr>
          <a:xfrm>
            <a:off x="2295144" y="5924647"/>
            <a:ext cx="8714232" cy="3657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3D807A-D819-226B-7847-BE6A39728F93}"/>
              </a:ext>
            </a:extLst>
          </p:cNvPr>
          <p:cNvSpPr txBox="1"/>
          <p:nvPr/>
        </p:nvSpPr>
        <p:spPr>
          <a:xfrm>
            <a:off x="2471166" y="5998283"/>
            <a:ext cx="8220456" cy="26517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606A75"/>
                </a:solidFill>
                <a:latin typeface="Aptos"/>
              </a:defRPr>
            </a:pPr>
            <a:r>
              <a:rPr dirty="0"/>
              <a:t>311 requests are public reports; they are not confirmed food-safety violations.</a:t>
            </a:r>
          </a:p>
        </p:txBody>
      </p:sp>
      <p:sp>
        <p:nvSpPr>
          <p:cNvPr id="125" name="Rounded Rectangle 26">
            <a:extLst>
              <a:ext uri="{FF2B5EF4-FFF2-40B4-BE49-F238E27FC236}">
                <a16:creationId xmlns:a16="http://schemas.microsoft.com/office/drawing/2014/main" id="{6CD98407-299B-BBD1-ED04-C40E9780697B}"/>
              </a:ext>
            </a:extLst>
          </p:cNvPr>
          <p:cNvSpPr/>
          <p:nvPr/>
        </p:nvSpPr>
        <p:spPr>
          <a:xfrm>
            <a:off x="2346578" y="2839212"/>
            <a:ext cx="1540383" cy="393192"/>
          </a:xfrm>
          <a:prstGeom prst="roundRect">
            <a:avLst>
              <a:gd name="adj" fmla="val 12000"/>
            </a:avLst>
          </a:prstGeom>
          <a:solidFill>
            <a:srgbClr val="40537C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Filter requests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873C779-2D9A-D960-441B-BF7608AC6D2E}"/>
              </a:ext>
            </a:extLst>
          </p:cNvPr>
          <p:cNvSpPr txBox="1"/>
          <p:nvPr/>
        </p:nvSpPr>
        <p:spPr>
          <a:xfrm>
            <a:off x="2295144" y="3382863"/>
            <a:ext cx="731520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29323D"/>
                </a:solidFill>
                <a:latin typeface="Aptos"/>
              </a:defRPr>
            </a:pPr>
            <a:r>
              <a:rPr dirty="0"/>
              <a:t>311 REQUESTS  (sample rows)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9F3AE225-23B2-804A-D2CD-032022AF8B89}"/>
              </a:ext>
            </a:extLst>
          </p:cNvPr>
          <p:cNvSpPr/>
          <p:nvPr/>
        </p:nvSpPr>
        <p:spPr>
          <a:xfrm>
            <a:off x="2295144" y="3721191"/>
            <a:ext cx="8659368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0FD0CBC-4C22-79E8-6145-3A921BEDEDC3}"/>
              </a:ext>
            </a:extLst>
          </p:cNvPr>
          <p:cNvSpPr txBox="1"/>
          <p:nvPr/>
        </p:nvSpPr>
        <p:spPr>
          <a:xfrm>
            <a:off x="2395728" y="3757767"/>
            <a:ext cx="1508760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dirty="0"/>
              <a:t>Request ID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D96DE5AC-1654-F101-1A3E-4960FF8E78DC}"/>
              </a:ext>
            </a:extLst>
          </p:cNvPr>
          <p:cNvSpPr txBox="1"/>
          <p:nvPr/>
        </p:nvSpPr>
        <p:spPr>
          <a:xfrm>
            <a:off x="4041648" y="3757767"/>
            <a:ext cx="2423160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dirty="0"/>
              <a:t>Category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45227BF7-A3B7-6311-ECF1-472D35FC566D}"/>
              </a:ext>
            </a:extLst>
          </p:cNvPr>
          <p:cNvSpPr txBox="1"/>
          <p:nvPr/>
        </p:nvSpPr>
        <p:spPr>
          <a:xfrm>
            <a:off x="6601968" y="3757767"/>
            <a:ext cx="1764792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Neighborhood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FB38A587-E7F4-9A0E-FD6C-A60895F78352}"/>
              </a:ext>
            </a:extLst>
          </p:cNvPr>
          <p:cNvSpPr txBox="1"/>
          <p:nvPr/>
        </p:nvSpPr>
        <p:spPr>
          <a:xfrm>
            <a:off x="8503920" y="3757767"/>
            <a:ext cx="1280160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Created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B750897E-7E2A-EC33-7B27-D20B7A2BD9B8}"/>
              </a:ext>
            </a:extLst>
          </p:cNvPr>
          <p:cNvSpPr txBox="1"/>
          <p:nvPr/>
        </p:nvSpPr>
        <p:spPr>
          <a:xfrm>
            <a:off x="9921240" y="3757767"/>
            <a:ext cx="996696" cy="2468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5F0D1CB5-4193-5EC2-167C-AA1C8DCC4956}"/>
              </a:ext>
            </a:extLst>
          </p:cNvPr>
          <p:cNvSpPr/>
          <p:nvPr/>
        </p:nvSpPr>
        <p:spPr>
          <a:xfrm>
            <a:off x="2295144" y="4050375"/>
            <a:ext cx="8659368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54135E84-C526-D88B-355C-76B44838281C}"/>
              </a:ext>
            </a:extLst>
          </p:cNvPr>
          <p:cNvSpPr txBox="1"/>
          <p:nvPr/>
        </p:nvSpPr>
        <p:spPr>
          <a:xfrm>
            <a:off x="2395728" y="4077807"/>
            <a:ext cx="15087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[SR ID 1]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596F120-1C3B-946E-2BCC-8AF6992F5F9A}"/>
              </a:ext>
            </a:extLst>
          </p:cNvPr>
          <p:cNvSpPr txBox="1"/>
          <p:nvPr/>
        </p:nvSpPr>
        <p:spPr>
          <a:xfrm>
            <a:off x="4041648" y="4077807"/>
            <a:ext cx="2423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[Food-related type]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76471B55-C14C-4869-C703-EEBEB58E54DC}"/>
              </a:ext>
            </a:extLst>
          </p:cNvPr>
          <p:cNvSpPr txBox="1"/>
          <p:nvPr/>
        </p:nvSpPr>
        <p:spPr>
          <a:xfrm>
            <a:off x="6601968" y="4077807"/>
            <a:ext cx="1764792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1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EC281078-B5B8-AA16-95FF-80DD352216EF}"/>
              </a:ext>
            </a:extLst>
          </p:cNvPr>
          <p:cNvSpPr txBox="1"/>
          <p:nvPr/>
        </p:nvSpPr>
        <p:spPr>
          <a:xfrm>
            <a:off x="8503920" y="4077807"/>
            <a:ext cx="1280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ED1CE5F9-716B-347F-F42B-9767487072A8}"/>
              </a:ext>
            </a:extLst>
          </p:cNvPr>
          <p:cNvSpPr txBox="1"/>
          <p:nvPr/>
        </p:nvSpPr>
        <p:spPr>
          <a:xfrm>
            <a:off x="9921240" y="4077807"/>
            <a:ext cx="996696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[Status]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A073E698-7CF8-D9F5-CF1F-4CD5267AEB92}"/>
              </a:ext>
            </a:extLst>
          </p:cNvPr>
          <p:cNvSpPr/>
          <p:nvPr/>
        </p:nvSpPr>
        <p:spPr>
          <a:xfrm>
            <a:off x="2295144" y="4489287"/>
            <a:ext cx="8659368" cy="438912"/>
          </a:xfrm>
          <a:prstGeom prst="rect">
            <a:avLst/>
          </a:prstGeom>
          <a:solidFill>
            <a:srgbClr val="F5F6F7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D73FBAD-A059-BE64-A02F-02FF8C224357}"/>
              </a:ext>
            </a:extLst>
          </p:cNvPr>
          <p:cNvSpPr txBox="1"/>
          <p:nvPr/>
        </p:nvSpPr>
        <p:spPr>
          <a:xfrm>
            <a:off x="2395728" y="4516719"/>
            <a:ext cx="15087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[SR ID 2]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4380DE0-C30A-1D22-7C69-C9EC1E737A5F}"/>
              </a:ext>
            </a:extLst>
          </p:cNvPr>
          <p:cNvSpPr txBox="1"/>
          <p:nvPr/>
        </p:nvSpPr>
        <p:spPr>
          <a:xfrm>
            <a:off x="4041648" y="4516719"/>
            <a:ext cx="2423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[Food-related type]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B34ADEB-AC2A-B4FA-DCCA-E3D247AC0904}"/>
              </a:ext>
            </a:extLst>
          </p:cNvPr>
          <p:cNvSpPr txBox="1"/>
          <p:nvPr/>
        </p:nvSpPr>
        <p:spPr>
          <a:xfrm>
            <a:off x="6601968" y="4516719"/>
            <a:ext cx="1764792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2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A750E356-35C5-5D81-5A65-7A462F1EDDB3}"/>
              </a:ext>
            </a:extLst>
          </p:cNvPr>
          <p:cNvSpPr txBox="1"/>
          <p:nvPr/>
        </p:nvSpPr>
        <p:spPr>
          <a:xfrm>
            <a:off x="8503920" y="4516719"/>
            <a:ext cx="1280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68F31D0A-5AA9-5C80-B66F-A2BBEB0250AD}"/>
              </a:ext>
            </a:extLst>
          </p:cNvPr>
          <p:cNvSpPr txBox="1"/>
          <p:nvPr/>
        </p:nvSpPr>
        <p:spPr>
          <a:xfrm>
            <a:off x="9921240" y="4516719"/>
            <a:ext cx="996696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[Status]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608315C7-6086-A17E-F08B-14F82917B7CE}"/>
              </a:ext>
            </a:extLst>
          </p:cNvPr>
          <p:cNvSpPr/>
          <p:nvPr/>
        </p:nvSpPr>
        <p:spPr>
          <a:xfrm>
            <a:off x="2295144" y="4928199"/>
            <a:ext cx="8659368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7ADF76E-4F6D-0CC0-5B71-9C9E8F805F5B}"/>
              </a:ext>
            </a:extLst>
          </p:cNvPr>
          <p:cNvSpPr txBox="1"/>
          <p:nvPr/>
        </p:nvSpPr>
        <p:spPr>
          <a:xfrm>
            <a:off x="2395728" y="4955631"/>
            <a:ext cx="15087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[SR ID 3]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6497427-C3BB-1DF1-C0A6-5D1265C8E3F4}"/>
              </a:ext>
            </a:extLst>
          </p:cNvPr>
          <p:cNvSpPr txBox="1"/>
          <p:nvPr/>
        </p:nvSpPr>
        <p:spPr>
          <a:xfrm>
            <a:off x="4041648" y="4955631"/>
            <a:ext cx="2423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[Food-related type]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9BBD6AA-F643-62A2-47C4-36367C6D5581}"/>
              </a:ext>
            </a:extLst>
          </p:cNvPr>
          <p:cNvSpPr txBox="1"/>
          <p:nvPr/>
        </p:nvSpPr>
        <p:spPr>
          <a:xfrm>
            <a:off x="6601968" y="4955631"/>
            <a:ext cx="1764792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Neighborhood 1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14812B0E-2E0E-C97B-E684-661438DED505}"/>
              </a:ext>
            </a:extLst>
          </p:cNvPr>
          <p:cNvSpPr txBox="1"/>
          <p:nvPr/>
        </p:nvSpPr>
        <p:spPr>
          <a:xfrm>
            <a:off x="8503920" y="4955631"/>
            <a:ext cx="1280160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MM/DD/YYYY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4E5639DA-7484-A0E2-8977-48A16C069663}"/>
              </a:ext>
            </a:extLst>
          </p:cNvPr>
          <p:cNvSpPr txBox="1"/>
          <p:nvPr/>
        </p:nvSpPr>
        <p:spPr>
          <a:xfrm>
            <a:off x="9921240" y="4955631"/>
            <a:ext cx="996696" cy="38404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t>[Status]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98F5331-4A81-5189-CCE9-196CC9554DC0}"/>
              </a:ext>
            </a:extLst>
          </p:cNvPr>
          <p:cNvSpPr txBox="1"/>
          <p:nvPr/>
        </p:nvSpPr>
        <p:spPr>
          <a:xfrm>
            <a:off x="6305550" y="457480"/>
            <a:ext cx="507492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r">
              <a:defRPr sz="1019" b="0">
                <a:solidFill>
                  <a:srgbClr val="606A75"/>
                </a:solidFill>
                <a:latin typeface="Aptos"/>
              </a:defRPr>
            </a:pPr>
            <a:r>
              <a:rPr dirty="0"/>
              <a:t>Home    Restaurants    311 Requests    Neighborhood Insights</a:t>
            </a:r>
          </a:p>
        </p:txBody>
      </p:sp>
    </p:spTree>
    <p:extLst>
      <p:ext uri="{BB962C8B-B14F-4D97-AF65-F5344CB8AC3E}">
        <p14:creationId xmlns:p14="http://schemas.microsoft.com/office/powerpoint/2010/main" val="3645526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A3EAD-60E3-902B-1B32-76063031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F6A5A96-3083-E9D2-393E-876607A8FEDC}"/>
              </a:ext>
            </a:extLst>
          </p:cNvPr>
          <p:cNvSpPr/>
          <p:nvPr/>
        </p:nvSpPr>
        <p:spPr>
          <a:xfrm>
            <a:off x="457200" y="393192"/>
            <a:ext cx="11291697" cy="4754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7FC6CF-067B-DB3C-738F-BA549823439F}"/>
              </a:ext>
            </a:extLst>
          </p:cNvPr>
          <p:cNvSpPr txBox="1"/>
          <p:nvPr/>
        </p:nvSpPr>
        <p:spPr>
          <a:xfrm>
            <a:off x="896112" y="457200"/>
            <a:ext cx="2743200" cy="28346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50" b="1">
                <a:solidFill>
                  <a:srgbClr val="29323D"/>
                </a:solidFill>
                <a:latin typeface="Aptos"/>
              </a:defRPr>
            </a:pPr>
            <a:r>
              <a:t>Cincy Food Safety Watch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2C9A98-91BA-0BF7-F0B7-041F12371DC3}"/>
              </a:ext>
            </a:extLst>
          </p:cNvPr>
          <p:cNvSpPr/>
          <p:nvPr/>
        </p:nvSpPr>
        <p:spPr>
          <a:xfrm>
            <a:off x="469392" y="841629"/>
            <a:ext cx="1554480" cy="5595747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F19DC7-8C62-BF8F-3A75-308892FA65B6}"/>
              </a:ext>
            </a:extLst>
          </p:cNvPr>
          <p:cNvSpPr txBox="1"/>
          <p:nvPr/>
        </p:nvSpPr>
        <p:spPr>
          <a:xfrm>
            <a:off x="740664" y="132664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Home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6868C4-FC25-49AE-C9D8-12E1B449D7D6}"/>
              </a:ext>
            </a:extLst>
          </p:cNvPr>
          <p:cNvSpPr txBox="1"/>
          <p:nvPr/>
        </p:nvSpPr>
        <p:spPr>
          <a:xfrm>
            <a:off x="740664" y="1687449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Restaurant Search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0C8B97-5B19-BEDF-5D7A-9EF91973BE7D}"/>
              </a:ext>
            </a:extLst>
          </p:cNvPr>
          <p:cNvSpPr txBox="1"/>
          <p:nvPr/>
        </p:nvSpPr>
        <p:spPr>
          <a:xfrm>
            <a:off x="740664" y="3113532"/>
            <a:ext cx="1133856" cy="30175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dirty="0"/>
              <a:t>About /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D26649-3A62-C5FC-FA9B-FFA3DC455650}"/>
              </a:ext>
            </a:extLst>
          </p:cNvPr>
          <p:cNvSpPr txBox="1"/>
          <p:nvPr/>
        </p:nvSpPr>
        <p:spPr>
          <a:xfrm>
            <a:off x="2295144" y="1145740"/>
            <a:ext cx="8046720" cy="30008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80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Compare neighborhoods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1D1B5B-85BE-67DF-39AD-A08397A7CC3C}"/>
              </a:ext>
            </a:extLst>
          </p:cNvPr>
          <p:cNvSpPr txBox="1"/>
          <p:nvPr/>
        </p:nvSpPr>
        <p:spPr>
          <a:xfrm>
            <a:off x="2309242" y="1512116"/>
            <a:ext cx="8869680" cy="18158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30" b="0">
                <a:solidFill>
                  <a:srgbClr val="606A75"/>
                </a:solidFill>
                <a:latin typeface="Aptos"/>
              </a:defRPr>
            </a:pPr>
            <a:r>
              <a:rPr lang="en-AE" sz="1030" dirty="0">
                <a:solidFill>
                  <a:srgbClr val="606A75"/>
                </a:solidFill>
                <a:latin typeface="Aptos"/>
              </a:rPr>
              <a:t>Compare available inspection and food-related 311 records across Cincinnati </a:t>
            </a:r>
            <a:r>
              <a:rPr lang="en-AE" sz="1030" dirty="0" err="1">
                <a:solidFill>
                  <a:srgbClr val="606A75"/>
                </a:solidFill>
                <a:latin typeface="Aptos"/>
              </a:rPr>
              <a:t>neighborhoods</a:t>
            </a:r>
            <a:r>
              <a:rPr lang="en-AE" sz="1030" dirty="0">
                <a:solidFill>
                  <a:srgbClr val="606A75"/>
                </a:solidFill>
                <a:latin typeface="Aptos"/>
              </a:rPr>
              <a:t>.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5B9FBD-E48D-C6E9-FE17-CE64AB86A22A}"/>
              </a:ext>
            </a:extLst>
          </p:cNvPr>
          <p:cNvSpPr txBox="1"/>
          <p:nvPr/>
        </p:nvSpPr>
        <p:spPr>
          <a:xfrm>
            <a:off x="2303526" y="1794288"/>
            <a:ext cx="2880360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1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NEIGHBORHOOD</a:t>
            </a:r>
            <a:endParaRPr dirty="0"/>
          </a:p>
        </p:txBody>
      </p:sp>
      <p:sp>
        <p:nvSpPr>
          <p:cNvPr id="40" name="Rounded Rectangle 23">
            <a:extLst>
              <a:ext uri="{FF2B5EF4-FFF2-40B4-BE49-F238E27FC236}">
                <a16:creationId xmlns:a16="http://schemas.microsoft.com/office/drawing/2014/main" id="{3793F550-EE3E-338E-DCE9-E5DD9DBBF7BC}"/>
              </a:ext>
            </a:extLst>
          </p:cNvPr>
          <p:cNvSpPr/>
          <p:nvPr/>
        </p:nvSpPr>
        <p:spPr>
          <a:xfrm>
            <a:off x="2317624" y="2010790"/>
            <a:ext cx="288036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73D87A-660F-A663-7484-DC315A56F2CB}"/>
              </a:ext>
            </a:extLst>
          </p:cNvPr>
          <p:cNvSpPr txBox="1"/>
          <p:nvPr/>
        </p:nvSpPr>
        <p:spPr>
          <a:xfrm>
            <a:off x="2434972" y="2129150"/>
            <a:ext cx="2697479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All neighborhoods  ▾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0B1A21-A82D-2E28-844E-F198ACD2DE5A}"/>
              </a:ext>
            </a:extLst>
          </p:cNvPr>
          <p:cNvSpPr txBox="1"/>
          <p:nvPr/>
        </p:nvSpPr>
        <p:spPr>
          <a:xfrm>
            <a:off x="2414016" y="3136392"/>
            <a:ext cx="1682495" cy="37490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ctr">
              <a:defRPr sz="1030" b="1">
                <a:solidFill>
                  <a:srgbClr val="FFFFFF"/>
                </a:solidFill>
                <a:latin typeface="Aptos"/>
              </a:defRPr>
            </a:pPr>
            <a:r>
              <a:t>Filter requests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444C0BB-8FEB-E166-DD65-B3C4600542FF}"/>
              </a:ext>
            </a:extLst>
          </p:cNvPr>
          <p:cNvSpPr txBox="1"/>
          <p:nvPr/>
        </p:nvSpPr>
        <p:spPr>
          <a:xfrm>
            <a:off x="530352" y="6557752"/>
            <a:ext cx="8046720" cy="16158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0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Neighborhood Insights </a:t>
            </a:r>
            <a:r>
              <a:rPr dirty="0"/>
              <a:t>|  mockup</a:t>
            </a:r>
          </a:p>
        </p:txBody>
      </p:sp>
      <p:sp>
        <p:nvSpPr>
          <p:cNvPr id="121" name="Rounded Rectangle 12">
            <a:extLst>
              <a:ext uri="{FF2B5EF4-FFF2-40B4-BE49-F238E27FC236}">
                <a16:creationId xmlns:a16="http://schemas.microsoft.com/office/drawing/2014/main" id="{6A6A604D-8098-5DA6-4359-FBB9368A4308}"/>
              </a:ext>
            </a:extLst>
          </p:cNvPr>
          <p:cNvSpPr/>
          <p:nvPr/>
        </p:nvSpPr>
        <p:spPr>
          <a:xfrm>
            <a:off x="667512" y="2498233"/>
            <a:ext cx="1280160" cy="402336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E8D493-2E14-A242-6208-1C1D0A4F0F8D}"/>
              </a:ext>
            </a:extLst>
          </p:cNvPr>
          <p:cNvSpPr txBox="1"/>
          <p:nvPr/>
        </p:nvSpPr>
        <p:spPr>
          <a:xfrm>
            <a:off x="740664" y="2538426"/>
            <a:ext cx="1133856" cy="312393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b="1" dirty="0"/>
              <a:t>Neighborhood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DE86A-4EBC-CD81-D5E1-D51DE164B8A0}"/>
              </a:ext>
            </a:extLst>
          </p:cNvPr>
          <p:cNvSpPr txBox="1"/>
          <p:nvPr/>
        </p:nvSpPr>
        <p:spPr>
          <a:xfrm>
            <a:off x="749046" y="2157007"/>
            <a:ext cx="1133856" cy="16773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40" b="0">
                <a:solidFill>
                  <a:srgbClr val="606A75"/>
                </a:solidFill>
                <a:latin typeface="Aptos"/>
              </a:defRPr>
            </a:pPr>
            <a:r>
              <a:rPr lang="en-US" dirty="0"/>
              <a:t>311 Requests</a:t>
            </a:r>
            <a:endParaRPr dirty="0"/>
          </a:p>
        </p:txBody>
      </p:sp>
      <p:sp>
        <p:nvSpPr>
          <p:cNvPr id="4" name="Rounded Rectangle 28">
            <a:extLst>
              <a:ext uri="{FF2B5EF4-FFF2-40B4-BE49-F238E27FC236}">
                <a16:creationId xmlns:a16="http://schemas.microsoft.com/office/drawing/2014/main" id="{0B00950A-D337-06AC-7983-1AE722FAA235}"/>
              </a:ext>
            </a:extLst>
          </p:cNvPr>
          <p:cNvSpPr/>
          <p:nvPr/>
        </p:nvSpPr>
        <p:spPr>
          <a:xfrm>
            <a:off x="2303908" y="2530615"/>
            <a:ext cx="2761488" cy="582917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7265E-6658-DC0A-9E25-BA6762E5DA8E}"/>
              </a:ext>
            </a:extLst>
          </p:cNvPr>
          <p:cNvSpPr txBox="1"/>
          <p:nvPr/>
        </p:nvSpPr>
        <p:spPr>
          <a:xfrm>
            <a:off x="2442782" y="2603767"/>
            <a:ext cx="2404872" cy="20116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30" b="1">
                <a:solidFill>
                  <a:srgbClr val="606A75"/>
                </a:solidFill>
                <a:latin typeface="Aptos"/>
              </a:defRPr>
            </a:pPr>
            <a:r>
              <a:rPr dirty="0"/>
              <a:t>INSPECTIONS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95278E-A561-1967-525F-CE5CAECBAFB8}"/>
              </a:ext>
            </a:extLst>
          </p:cNvPr>
          <p:cNvSpPr txBox="1"/>
          <p:nvPr/>
        </p:nvSpPr>
        <p:spPr>
          <a:xfrm>
            <a:off x="2442782" y="2815878"/>
            <a:ext cx="2350008" cy="22860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20" b="1">
                <a:solidFill>
                  <a:srgbClr val="29323D"/>
                </a:solidFill>
                <a:latin typeface="Aptos"/>
              </a:defRPr>
            </a:pPr>
            <a:r>
              <a:rPr dirty="0"/>
              <a:t>[Count]</a:t>
            </a:r>
          </a:p>
        </p:txBody>
      </p:sp>
      <p:sp>
        <p:nvSpPr>
          <p:cNvPr id="7" name="Rounded Rectangle 31">
            <a:extLst>
              <a:ext uri="{FF2B5EF4-FFF2-40B4-BE49-F238E27FC236}">
                <a16:creationId xmlns:a16="http://schemas.microsoft.com/office/drawing/2014/main" id="{3BBC7E51-C57F-C7C0-E57A-E8CC4AC6C55E}"/>
              </a:ext>
            </a:extLst>
          </p:cNvPr>
          <p:cNvSpPr/>
          <p:nvPr/>
        </p:nvSpPr>
        <p:spPr>
          <a:xfrm>
            <a:off x="5266564" y="2530615"/>
            <a:ext cx="2761488" cy="582917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71CE14-DBC0-8792-39C7-2D2B032F04B5}"/>
              </a:ext>
            </a:extLst>
          </p:cNvPr>
          <p:cNvSpPr txBox="1"/>
          <p:nvPr/>
        </p:nvSpPr>
        <p:spPr>
          <a:xfrm>
            <a:off x="5397435" y="2567126"/>
            <a:ext cx="2404872" cy="20116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30" b="1">
                <a:solidFill>
                  <a:srgbClr val="606A75"/>
                </a:solidFill>
                <a:latin typeface="Aptos"/>
              </a:defRPr>
            </a:pPr>
            <a:r>
              <a:t>VIOLATION RECORDS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B13FB8-8D7C-DB1B-DB67-7F5C6E707E27}"/>
              </a:ext>
            </a:extLst>
          </p:cNvPr>
          <p:cNvSpPr txBox="1"/>
          <p:nvPr/>
        </p:nvSpPr>
        <p:spPr>
          <a:xfrm>
            <a:off x="5397435" y="2805929"/>
            <a:ext cx="2350008" cy="22860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20" b="1">
                <a:solidFill>
                  <a:srgbClr val="29323D"/>
                </a:solidFill>
                <a:latin typeface="Aptos"/>
              </a:defRPr>
            </a:pPr>
            <a:r>
              <a:rPr dirty="0"/>
              <a:t>[Count]</a:t>
            </a:r>
          </a:p>
        </p:txBody>
      </p:sp>
      <p:sp>
        <p:nvSpPr>
          <p:cNvPr id="10" name="Rounded Rectangle 34">
            <a:extLst>
              <a:ext uri="{FF2B5EF4-FFF2-40B4-BE49-F238E27FC236}">
                <a16:creationId xmlns:a16="http://schemas.microsoft.com/office/drawing/2014/main" id="{BCEA6B90-EACA-56F8-0D06-2CA47874D61A}"/>
              </a:ext>
            </a:extLst>
          </p:cNvPr>
          <p:cNvSpPr/>
          <p:nvPr/>
        </p:nvSpPr>
        <p:spPr>
          <a:xfrm>
            <a:off x="8229220" y="2530615"/>
            <a:ext cx="2761488" cy="582917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2FA009-2A5A-34A8-0974-2DDA4DD75BE1}"/>
              </a:ext>
            </a:extLst>
          </p:cNvPr>
          <p:cNvSpPr txBox="1"/>
          <p:nvPr/>
        </p:nvSpPr>
        <p:spPr>
          <a:xfrm>
            <a:off x="8362567" y="2585273"/>
            <a:ext cx="2404872" cy="201168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30" b="1">
                <a:solidFill>
                  <a:srgbClr val="606A75"/>
                </a:solidFill>
                <a:latin typeface="Aptos"/>
              </a:defRPr>
            </a:pPr>
            <a:r>
              <a:t>FOOD-RELATED 311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CE09F4-AB36-B60B-C89D-935629F30EA5}"/>
              </a:ext>
            </a:extLst>
          </p:cNvPr>
          <p:cNvSpPr txBox="1"/>
          <p:nvPr/>
        </p:nvSpPr>
        <p:spPr>
          <a:xfrm>
            <a:off x="8362567" y="2805929"/>
            <a:ext cx="2350008" cy="228600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220" b="1">
                <a:solidFill>
                  <a:srgbClr val="29323D"/>
                </a:solidFill>
                <a:latin typeface="Aptos"/>
              </a:defRPr>
            </a:pPr>
            <a:r>
              <a:rPr dirty="0"/>
              <a:t>[Count]</a:t>
            </a:r>
          </a:p>
        </p:txBody>
      </p:sp>
      <p:sp>
        <p:nvSpPr>
          <p:cNvPr id="33" name="Rounded Rectangle 58">
            <a:extLst>
              <a:ext uri="{FF2B5EF4-FFF2-40B4-BE49-F238E27FC236}">
                <a16:creationId xmlns:a16="http://schemas.microsoft.com/office/drawing/2014/main" id="{B42EF30B-3992-C5AF-579E-A360D87B4CB8}"/>
              </a:ext>
            </a:extLst>
          </p:cNvPr>
          <p:cNvSpPr/>
          <p:nvPr/>
        </p:nvSpPr>
        <p:spPr>
          <a:xfrm>
            <a:off x="2231135" y="6146438"/>
            <a:ext cx="8668512" cy="300082"/>
          </a:xfrm>
          <a:prstGeom prst="roundRect">
            <a:avLst>
              <a:gd name="adj" fmla="val 1200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DAE968-1682-3546-B5BB-E9591FF0ADA8}"/>
              </a:ext>
            </a:extLst>
          </p:cNvPr>
          <p:cNvSpPr txBox="1"/>
          <p:nvPr/>
        </p:nvSpPr>
        <p:spPr>
          <a:xfrm>
            <a:off x="2434972" y="6223548"/>
            <a:ext cx="8257031" cy="17697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00" b="0">
                <a:solidFill>
                  <a:srgbClr val="606A75"/>
                </a:solidFill>
                <a:latin typeface="Aptos"/>
              </a:defRPr>
            </a:pPr>
            <a:r>
              <a:rPr dirty="0"/>
              <a:t>Interpretation note: </a:t>
            </a:r>
            <a:r>
              <a:rPr lang="en-US" dirty="0"/>
              <a:t>Figures shown are a</a:t>
            </a:r>
            <a:r>
              <a:rPr dirty="0"/>
              <a:t>ggregated records by neighborhood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CA6AA2-7173-A317-6034-44D444987323}"/>
              </a:ext>
            </a:extLst>
          </p:cNvPr>
          <p:cNvSpPr txBox="1"/>
          <p:nvPr/>
        </p:nvSpPr>
        <p:spPr>
          <a:xfrm>
            <a:off x="6305550" y="457480"/>
            <a:ext cx="5074920" cy="256032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 algn="r">
              <a:defRPr sz="1019" b="0">
                <a:solidFill>
                  <a:srgbClr val="606A75"/>
                </a:solidFill>
                <a:latin typeface="Aptos"/>
              </a:defRPr>
            </a:pPr>
            <a:r>
              <a:rPr dirty="0"/>
              <a:t>Home    Restaurants    311 Requests    Neighborhood Insights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66275F-5642-D197-8A05-0301069371E4}"/>
              </a:ext>
            </a:extLst>
          </p:cNvPr>
          <p:cNvSpPr txBox="1"/>
          <p:nvPr/>
        </p:nvSpPr>
        <p:spPr>
          <a:xfrm>
            <a:off x="2295144" y="3332328"/>
            <a:ext cx="6675120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29323D"/>
                </a:solidFill>
                <a:latin typeface="Aptos"/>
              </a:defRPr>
            </a:pPr>
            <a:r>
              <a:rPr lang="en-AE" sz="1050" b="1" dirty="0">
                <a:solidFill>
                  <a:srgbClr val="29323D"/>
                </a:solidFill>
                <a:latin typeface="Aptos"/>
              </a:rPr>
              <a:t>Historical Data Coverage</a:t>
            </a:r>
            <a:endParaRPr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EB15D1-F81D-E412-B96F-E0B9AF0B487A}"/>
              </a:ext>
            </a:extLst>
          </p:cNvPr>
          <p:cNvSpPr/>
          <p:nvPr/>
        </p:nvSpPr>
        <p:spPr>
          <a:xfrm>
            <a:off x="2295144" y="3549712"/>
            <a:ext cx="8659368" cy="244658"/>
          </a:xfrm>
          <a:prstGeom prst="rect">
            <a:avLst/>
          </a:prstGeom>
          <a:solidFill>
            <a:srgbClr val="E9ECE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FA91D1-64B5-B549-D4D9-46D3E516D0A6}"/>
              </a:ext>
            </a:extLst>
          </p:cNvPr>
          <p:cNvSpPr txBox="1"/>
          <p:nvPr/>
        </p:nvSpPr>
        <p:spPr>
          <a:xfrm>
            <a:off x="2412512" y="3579483"/>
            <a:ext cx="1984248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Data Source</a:t>
            </a:r>
            <a:endParaRPr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0B441A-E3D6-4A70-513A-8E3739901864}"/>
              </a:ext>
            </a:extLst>
          </p:cNvPr>
          <p:cNvSpPr txBox="1"/>
          <p:nvPr/>
        </p:nvSpPr>
        <p:spPr>
          <a:xfrm>
            <a:off x="4761895" y="3561531"/>
            <a:ext cx="1691640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Earliest</a:t>
            </a:r>
            <a:endParaRPr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73BB39-3153-B671-5B0A-D72F57B43ABB}"/>
              </a:ext>
            </a:extLst>
          </p:cNvPr>
          <p:cNvSpPr txBox="1"/>
          <p:nvPr/>
        </p:nvSpPr>
        <p:spPr>
          <a:xfrm>
            <a:off x="7437231" y="3565732"/>
            <a:ext cx="2304288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Latest</a:t>
            </a:r>
            <a:endParaRPr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250262-7CEC-0F9E-AA00-31EFD5A01A68}"/>
              </a:ext>
            </a:extLst>
          </p:cNvPr>
          <p:cNvSpPr/>
          <p:nvPr/>
        </p:nvSpPr>
        <p:spPr>
          <a:xfrm>
            <a:off x="2298843" y="3804173"/>
            <a:ext cx="8659368" cy="249809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DDC132-D81A-0839-655D-37ACA50642A5}"/>
              </a:ext>
            </a:extLst>
          </p:cNvPr>
          <p:cNvSpPr txBox="1"/>
          <p:nvPr/>
        </p:nvSpPr>
        <p:spPr>
          <a:xfrm>
            <a:off x="2391404" y="3844648"/>
            <a:ext cx="1984248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AE" sz="980" dirty="0">
                <a:solidFill>
                  <a:srgbClr val="29323D"/>
                </a:solidFill>
                <a:latin typeface="Aptos"/>
              </a:rPr>
              <a:t>Restaurant inspections</a:t>
            </a:r>
            <a:endParaRPr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61B10F-6FED-6A75-EA63-3DA8D6F677AF}"/>
              </a:ext>
            </a:extLst>
          </p:cNvPr>
          <p:cNvSpPr txBox="1"/>
          <p:nvPr/>
        </p:nvSpPr>
        <p:spPr>
          <a:xfrm>
            <a:off x="4740787" y="3826696"/>
            <a:ext cx="1691640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MM</a:t>
            </a:r>
            <a:r>
              <a:rPr lang="en-US" dirty="0"/>
              <a:t>M</a:t>
            </a:r>
            <a:r>
              <a:rPr dirty="0"/>
              <a:t>/YYYY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38F69F7-7B16-B1EC-C5FE-66499736ABFF}"/>
              </a:ext>
            </a:extLst>
          </p:cNvPr>
          <p:cNvSpPr/>
          <p:nvPr/>
        </p:nvSpPr>
        <p:spPr>
          <a:xfrm>
            <a:off x="2299234" y="4061204"/>
            <a:ext cx="8659368" cy="227907"/>
          </a:xfrm>
          <a:prstGeom prst="rect">
            <a:avLst/>
          </a:prstGeom>
          <a:solidFill>
            <a:srgbClr val="F5F6F7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22EC8C-1263-4D49-4AD2-F088B35F2FDA}"/>
              </a:ext>
            </a:extLst>
          </p:cNvPr>
          <p:cNvSpPr txBox="1"/>
          <p:nvPr/>
        </p:nvSpPr>
        <p:spPr>
          <a:xfrm>
            <a:off x="2399818" y="4087929"/>
            <a:ext cx="1984248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AE" sz="980" dirty="0">
                <a:solidFill>
                  <a:srgbClr val="29323D"/>
                </a:solidFill>
                <a:latin typeface="Aptos"/>
              </a:rPr>
              <a:t>Food-related 311 requests</a:t>
            </a:r>
            <a:endParaRPr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E3DDF5-D72C-27DF-6487-27D98D7A9DDA}"/>
              </a:ext>
            </a:extLst>
          </p:cNvPr>
          <p:cNvSpPr txBox="1"/>
          <p:nvPr/>
        </p:nvSpPr>
        <p:spPr>
          <a:xfrm>
            <a:off x="4749201" y="4115217"/>
            <a:ext cx="1691640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MM</a:t>
            </a:r>
            <a:r>
              <a:rPr lang="en-US" dirty="0"/>
              <a:t>M</a:t>
            </a:r>
            <a:r>
              <a:rPr dirty="0"/>
              <a:t>/YYYY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696F889-91BF-4944-0203-66B922D210F3}"/>
              </a:ext>
            </a:extLst>
          </p:cNvPr>
          <p:cNvSpPr txBox="1"/>
          <p:nvPr/>
        </p:nvSpPr>
        <p:spPr>
          <a:xfrm>
            <a:off x="7416805" y="3851190"/>
            <a:ext cx="1691640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MM</a:t>
            </a:r>
            <a:r>
              <a:rPr lang="en-US" dirty="0"/>
              <a:t>M</a:t>
            </a:r>
            <a:r>
              <a:rPr dirty="0"/>
              <a:t>/YYYY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8F45CB1-E6ED-25C0-31A7-382080E99E60}"/>
              </a:ext>
            </a:extLst>
          </p:cNvPr>
          <p:cNvSpPr txBox="1"/>
          <p:nvPr/>
        </p:nvSpPr>
        <p:spPr>
          <a:xfrm>
            <a:off x="7425219" y="4115217"/>
            <a:ext cx="1691640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dirty="0"/>
              <a:t>MM</a:t>
            </a:r>
            <a:r>
              <a:rPr lang="en-US" dirty="0"/>
              <a:t>M</a:t>
            </a:r>
            <a:r>
              <a:rPr dirty="0"/>
              <a:t>/YYYY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F2853CC-6B30-CE52-1001-D9F984532883}"/>
              </a:ext>
            </a:extLst>
          </p:cNvPr>
          <p:cNvSpPr txBox="1"/>
          <p:nvPr/>
        </p:nvSpPr>
        <p:spPr>
          <a:xfrm>
            <a:off x="2303526" y="4549782"/>
            <a:ext cx="6675120" cy="184666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1050" b="1">
                <a:solidFill>
                  <a:srgbClr val="29323D"/>
                </a:solidFill>
                <a:latin typeface="Aptos"/>
              </a:defRPr>
            </a:pPr>
            <a:r>
              <a:rPr lang="en-AE" sz="1050" b="1" dirty="0" err="1">
                <a:solidFill>
                  <a:srgbClr val="29323D"/>
                </a:solidFill>
                <a:latin typeface="Aptos"/>
              </a:rPr>
              <a:t>Neighborhood</a:t>
            </a:r>
            <a:r>
              <a:rPr lang="en-AE" sz="1050" b="1" dirty="0">
                <a:solidFill>
                  <a:srgbClr val="29323D"/>
                </a:solidFill>
                <a:latin typeface="Aptos"/>
              </a:rPr>
              <a:t> Comparison</a:t>
            </a:r>
            <a:endParaRPr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9325950-31DB-D0FD-D9AA-518D71157D35}"/>
              </a:ext>
            </a:extLst>
          </p:cNvPr>
          <p:cNvSpPr/>
          <p:nvPr/>
        </p:nvSpPr>
        <p:spPr>
          <a:xfrm>
            <a:off x="2303526" y="4767166"/>
            <a:ext cx="8659368" cy="244658"/>
          </a:xfrm>
          <a:prstGeom prst="rect">
            <a:avLst/>
          </a:prstGeom>
          <a:solidFill>
            <a:srgbClr val="E9ECEF"/>
          </a:solidFill>
          <a:ln w="12700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EE6471E-E84A-F345-9D29-9D9BEEB70E01}"/>
              </a:ext>
            </a:extLst>
          </p:cNvPr>
          <p:cNvSpPr txBox="1"/>
          <p:nvPr/>
        </p:nvSpPr>
        <p:spPr>
          <a:xfrm>
            <a:off x="2420894" y="4796937"/>
            <a:ext cx="1984248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AE" sz="950" b="1" dirty="0" err="1">
                <a:solidFill>
                  <a:srgbClr val="29323D"/>
                </a:solidFill>
                <a:latin typeface="Aptos"/>
              </a:rPr>
              <a:t>Neighborhood</a:t>
            </a:r>
            <a:endParaRPr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C08937E-E97C-242C-EB93-CBFB3390339A}"/>
              </a:ext>
            </a:extLst>
          </p:cNvPr>
          <p:cNvSpPr txBox="1"/>
          <p:nvPr/>
        </p:nvSpPr>
        <p:spPr>
          <a:xfrm>
            <a:off x="4770277" y="4778985"/>
            <a:ext cx="1691640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AE" sz="950" b="1" dirty="0">
                <a:solidFill>
                  <a:srgbClr val="29323D"/>
                </a:solidFill>
                <a:latin typeface="Aptos"/>
              </a:rPr>
              <a:t>Inspections</a:t>
            </a:r>
            <a:endParaRPr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874D672B-9542-2E93-0402-6E619B49445E}"/>
              </a:ext>
            </a:extLst>
          </p:cNvPr>
          <p:cNvSpPr txBox="1"/>
          <p:nvPr/>
        </p:nvSpPr>
        <p:spPr>
          <a:xfrm>
            <a:off x="7445613" y="4783186"/>
            <a:ext cx="2304288" cy="169277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50" b="1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3</a:t>
            </a:r>
            <a:r>
              <a:rPr lang="en-AE" sz="950" b="1" dirty="0">
                <a:solidFill>
                  <a:srgbClr val="29323D"/>
                </a:solidFill>
                <a:latin typeface="Aptos"/>
              </a:rPr>
              <a:t>11 Requests</a:t>
            </a:r>
            <a:endParaRPr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803E316-896C-EDB8-3EF8-C3152083D2FA}"/>
              </a:ext>
            </a:extLst>
          </p:cNvPr>
          <p:cNvSpPr/>
          <p:nvPr/>
        </p:nvSpPr>
        <p:spPr>
          <a:xfrm>
            <a:off x="2307225" y="5021627"/>
            <a:ext cx="8659368" cy="249809"/>
          </a:xfrm>
          <a:prstGeom prst="rect">
            <a:avLst/>
          </a:prstGeom>
          <a:solidFill>
            <a:srgbClr val="FFFFFF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183FF5A-1354-BB46-36B9-E3A80D391880}"/>
              </a:ext>
            </a:extLst>
          </p:cNvPr>
          <p:cNvSpPr txBox="1"/>
          <p:nvPr/>
        </p:nvSpPr>
        <p:spPr>
          <a:xfrm>
            <a:off x="2399786" y="5062102"/>
            <a:ext cx="1984248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AE" sz="980" dirty="0" err="1">
                <a:solidFill>
                  <a:srgbClr val="29323D"/>
                </a:solidFill>
                <a:latin typeface="Aptos"/>
              </a:rPr>
              <a:t>Neighborhood</a:t>
            </a:r>
            <a:r>
              <a:rPr lang="en-AE" sz="980" dirty="0">
                <a:solidFill>
                  <a:srgbClr val="29323D"/>
                </a:solidFill>
                <a:latin typeface="Aptos"/>
              </a:rPr>
              <a:t> A</a:t>
            </a:r>
            <a:endParaRPr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622AB84-D92F-5DA8-0727-8CA7ACD22F2B}"/>
              </a:ext>
            </a:extLst>
          </p:cNvPr>
          <p:cNvSpPr txBox="1"/>
          <p:nvPr/>
        </p:nvSpPr>
        <p:spPr>
          <a:xfrm>
            <a:off x="4749169" y="5044150"/>
            <a:ext cx="1691640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[Count]</a:t>
            </a:r>
            <a:endParaRPr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01F7CB7-0BBF-693D-A400-3C3FB797ADB1}"/>
              </a:ext>
            </a:extLst>
          </p:cNvPr>
          <p:cNvSpPr/>
          <p:nvPr/>
        </p:nvSpPr>
        <p:spPr>
          <a:xfrm>
            <a:off x="2307616" y="5278658"/>
            <a:ext cx="8659368" cy="227907"/>
          </a:xfrm>
          <a:prstGeom prst="rect">
            <a:avLst/>
          </a:prstGeom>
          <a:solidFill>
            <a:srgbClr val="F5F6F7"/>
          </a:solidFill>
          <a:ln w="4445">
            <a:solidFill>
              <a:srgbClr val="B4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FD4CB69-81CB-89FA-1AC0-6D56A2DBF8B6}"/>
              </a:ext>
            </a:extLst>
          </p:cNvPr>
          <p:cNvSpPr txBox="1"/>
          <p:nvPr/>
        </p:nvSpPr>
        <p:spPr>
          <a:xfrm>
            <a:off x="2408200" y="5305383"/>
            <a:ext cx="1984248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AE" sz="980" dirty="0" err="1">
                <a:solidFill>
                  <a:srgbClr val="29323D"/>
                </a:solidFill>
                <a:latin typeface="Aptos"/>
              </a:rPr>
              <a:t>Neighborhood</a:t>
            </a:r>
            <a:r>
              <a:rPr lang="en-AE" sz="980" dirty="0">
                <a:solidFill>
                  <a:srgbClr val="29323D"/>
                </a:solidFill>
                <a:latin typeface="Aptos"/>
              </a:rPr>
              <a:t> B</a:t>
            </a:r>
            <a:endParaRPr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5A06D78-1771-8DBE-12A8-118D2EE67BAE}"/>
              </a:ext>
            </a:extLst>
          </p:cNvPr>
          <p:cNvSpPr txBox="1"/>
          <p:nvPr/>
        </p:nvSpPr>
        <p:spPr>
          <a:xfrm>
            <a:off x="4757583" y="5332671"/>
            <a:ext cx="1691640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[Count]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DFF69DA-8C6E-E12E-36A3-E691E0CD3DDD}"/>
              </a:ext>
            </a:extLst>
          </p:cNvPr>
          <p:cNvSpPr txBox="1"/>
          <p:nvPr/>
        </p:nvSpPr>
        <p:spPr>
          <a:xfrm>
            <a:off x="7425187" y="5068644"/>
            <a:ext cx="1691640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[Count]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0782FF3-718E-328D-1C83-68D0B75C44C2}"/>
              </a:ext>
            </a:extLst>
          </p:cNvPr>
          <p:cNvSpPr txBox="1"/>
          <p:nvPr/>
        </p:nvSpPr>
        <p:spPr>
          <a:xfrm>
            <a:off x="7433601" y="5332671"/>
            <a:ext cx="1691640" cy="173894"/>
          </a:xfrm>
          <a:prstGeom prst="rect">
            <a:avLst/>
          </a:prstGeom>
          <a:noFill/>
        </p:spPr>
        <p:txBody>
          <a:bodyPr wrap="square" lIns="18288" tIns="13716" rIns="18288" bIns="9144" anchor="ctr">
            <a:spAutoFit/>
          </a:bodyPr>
          <a:lstStyle/>
          <a:p>
            <a:pPr>
              <a:defRPr sz="980" b="0">
                <a:solidFill>
                  <a:srgbClr val="29323D"/>
                </a:solidFill>
                <a:latin typeface="Aptos"/>
              </a:defRPr>
            </a:pPr>
            <a:r>
              <a:rPr lang="en-US" dirty="0"/>
              <a:t>[Count]</a:t>
            </a:r>
          </a:p>
        </p:txBody>
      </p:sp>
    </p:spTree>
    <p:extLst>
      <p:ext uri="{BB962C8B-B14F-4D97-AF65-F5344CB8AC3E}">
        <p14:creationId xmlns:p14="http://schemas.microsoft.com/office/powerpoint/2010/main" val="242350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647</Words>
  <Application>Microsoft Office PowerPoint</Application>
  <PresentationFormat>Widescreen</PresentationFormat>
  <Paragraphs>175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Zarah May Zafra</dc:creator>
  <cp:lastModifiedBy>Zarah May Zafra</cp:lastModifiedBy>
  <cp:revision>1</cp:revision>
  <dcterms:created xsi:type="dcterms:W3CDTF">2026-10-24T16:09:42Z</dcterms:created>
  <dcterms:modified xsi:type="dcterms:W3CDTF">2026-10-24T17:44:12Z</dcterms:modified>
</cp:coreProperties>
</file>