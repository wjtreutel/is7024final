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8" r:id="rId4"/>
    <p:sldId id="260" r:id="rId5"/>
    <p:sldId id="25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40537C"/>
    <a:srgbClr val="315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05660-DCDE-4C25-BD3B-250A654E9CC0}" v="1" dt="2026-10-25T12:57:23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ah May Zafra" userId="59fc1fd5e4c2474f" providerId="LiveId" clId="{FEA7DBEC-567E-4772-B529-83040F53030B}"/>
    <pc:docChg chg="undo redo custSel modSld">
      <pc:chgData name="Zarah May Zafra" userId="59fc1fd5e4c2474f" providerId="LiveId" clId="{FEA7DBEC-567E-4772-B529-83040F53030B}" dt="2026-10-25T13:18:40.410" v="587" actId="404"/>
      <pc:docMkLst>
        <pc:docMk/>
      </pc:docMkLst>
      <pc:sldChg chg="addSp delSp modSp mod">
        <pc:chgData name="Zarah May Zafra" userId="59fc1fd5e4c2474f" providerId="LiveId" clId="{FEA7DBEC-567E-4772-B529-83040F53030B}" dt="2026-10-25T13:18:33.375" v="586" actId="404"/>
        <pc:sldMkLst>
          <pc:docMk/>
          <pc:sldMk cId="3297531362" sldId="260"/>
        </pc:sldMkLst>
        <pc:spChg chg="mod">
          <ac:chgData name="Zarah May Zafra" userId="59fc1fd5e4c2474f" providerId="LiveId" clId="{FEA7DBEC-567E-4772-B529-83040F53030B}" dt="2026-10-25T12:51:27.770" v="27" actId="14100"/>
          <ac:spMkLst>
            <pc:docMk/>
            <pc:sldMk cId="3297531362" sldId="260"/>
            <ac:spMk id="6" creationId="{7DE17C79-28A6-EF0B-1996-32D3B5978ECA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9" creationId="{42437B98-42EA-6FDE-971E-B8C2303E9EA8}"/>
          </ac:spMkLst>
        </pc:spChg>
        <pc:spChg chg="mod">
          <ac:chgData name="Zarah May Zafra" userId="59fc1fd5e4c2474f" providerId="LiveId" clId="{FEA7DBEC-567E-4772-B529-83040F53030B}" dt="2026-10-25T12:54:13.162" v="56" actId="14100"/>
          <ac:spMkLst>
            <pc:docMk/>
            <pc:sldMk cId="3297531362" sldId="260"/>
            <ac:spMk id="12" creationId="{8B0909D2-9EDA-1445-8D6B-FB892C41541F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15" creationId="{205C78B4-E03D-312F-ADF5-0621C76F4D6D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17" creationId="{4B8F9DCE-34FC-306C-81D5-6341F2E84BDE}"/>
          </ac:spMkLst>
        </pc:spChg>
        <pc:spChg chg="mod">
          <ac:chgData name="Zarah May Zafra" userId="59fc1fd5e4c2474f" providerId="LiveId" clId="{FEA7DBEC-567E-4772-B529-83040F53030B}" dt="2026-10-25T12:53:11.090" v="43" actId="1076"/>
          <ac:spMkLst>
            <pc:docMk/>
            <pc:sldMk cId="3297531362" sldId="260"/>
            <ac:spMk id="19" creationId="{792338FA-4B58-0720-7B00-213DD00E3C94}"/>
          </ac:spMkLst>
        </pc:spChg>
        <pc:spChg chg="mod">
          <ac:chgData name="Zarah May Zafra" userId="59fc1fd5e4c2474f" providerId="LiveId" clId="{FEA7DBEC-567E-4772-B529-83040F53030B}" dt="2026-10-25T13:03:42.635" v="501" actId="20577"/>
          <ac:spMkLst>
            <pc:docMk/>
            <pc:sldMk cId="3297531362" sldId="260"/>
            <ac:spMk id="31" creationId="{17F224FD-835E-201C-CAA6-44A3457AC32D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37" creationId="{5E77FD26-4300-AA40-EEC1-004285CADB3E}"/>
          </ac:spMkLst>
        </pc:spChg>
        <pc:spChg chg="mod">
          <ac:chgData name="Zarah May Zafra" userId="59fc1fd5e4c2474f" providerId="LiveId" clId="{FEA7DBEC-567E-4772-B529-83040F53030B}" dt="2026-10-25T13:15:14.253" v="525" actId="404"/>
          <ac:spMkLst>
            <pc:docMk/>
            <pc:sldMk cId="3297531362" sldId="260"/>
            <ac:spMk id="38" creationId="{BAC35340-E913-4730-000C-71E0D276AC6D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50" creationId="{B44908A2-AC23-BE55-B410-0ECB6F1CCDAC}"/>
          </ac:spMkLst>
        </pc:spChg>
        <pc:spChg chg="mod">
          <ac:chgData name="Zarah May Zafra" userId="59fc1fd5e4c2474f" providerId="LiveId" clId="{FEA7DBEC-567E-4772-B529-83040F53030B}" dt="2026-10-25T12:51:36.724" v="29" actId="14100"/>
          <ac:spMkLst>
            <pc:docMk/>
            <pc:sldMk cId="3297531362" sldId="260"/>
            <ac:spMk id="52" creationId="{AF292159-D8EC-1B55-3A02-03DB2CD8A741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54" creationId="{C55ABB28-182B-CD25-F424-5F581DAD5F3B}"/>
          </ac:spMkLst>
        </pc:spChg>
        <pc:spChg chg="del mod">
          <ac:chgData name="Zarah May Zafra" userId="59fc1fd5e4c2474f" providerId="LiveId" clId="{FEA7DBEC-567E-4772-B529-83040F53030B}" dt="2026-10-25T12:52:56.748" v="38" actId="478"/>
          <ac:spMkLst>
            <pc:docMk/>
            <pc:sldMk cId="3297531362" sldId="260"/>
            <ac:spMk id="55" creationId="{B9A3E501-73F0-ADF4-13BA-35E2A2FAD704}"/>
          </ac:spMkLst>
        </pc:spChg>
        <pc:spChg chg="mod">
          <ac:chgData name="Zarah May Zafra" userId="59fc1fd5e4c2474f" providerId="LiveId" clId="{FEA7DBEC-567E-4772-B529-83040F53030B}" dt="2026-10-25T13:03:47.665" v="516" actId="20577"/>
          <ac:spMkLst>
            <pc:docMk/>
            <pc:sldMk cId="3297531362" sldId="260"/>
            <ac:spMk id="57" creationId="{67B87805-7085-F6A7-7021-DC56A76DA206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58" creationId="{6CCC617A-CA0C-2E39-37A9-95A19A5F4B80}"/>
          </ac:spMkLst>
        </pc:spChg>
        <pc:spChg chg="mod">
          <ac:chgData name="Zarah May Zafra" userId="59fc1fd5e4c2474f" providerId="LiveId" clId="{FEA7DBEC-567E-4772-B529-83040F53030B}" dt="2026-10-25T13:01:29.279" v="452" actId="1076"/>
          <ac:spMkLst>
            <pc:docMk/>
            <pc:sldMk cId="3297531362" sldId="260"/>
            <ac:spMk id="60" creationId="{3A03916A-97AE-DB20-CAD5-ADDA9D38C210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62" creationId="{2C19DA7C-08EA-F47D-E9A9-A700BE528F15}"/>
          </ac:spMkLst>
        </pc:spChg>
        <pc:spChg chg="mod">
          <ac:chgData name="Zarah May Zafra" userId="59fc1fd5e4c2474f" providerId="LiveId" clId="{FEA7DBEC-567E-4772-B529-83040F53030B}" dt="2026-10-25T13:01:33.294" v="453" actId="1076"/>
          <ac:spMkLst>
            <pc:docMk/>
            <pc:sldMk cId="3297531362" sldId="260"/>
            <ac:spMk id="63" creationId="{4B91247A-766E-6808-3E9F-1C4409AC7ED8}"/>
          </ac:spMkLst>
        </pc:spChg>
        <pc:spChg chg="mod">
          <ac:chgData name="Zarah May Zafra" userId="59fc1fd5e4c2474f" providerId="LiveId" clId="{FEA7DBEC-567E-4772-B529-83040F53030B}" dt="2026-10-25T12:51:03.447" v="25" actId="1076"/>
          <ac:spMkLst>
            <pc:docMk/>
            <pc:sldMk cId="3297531362" sldId="260"/>
            <ac:spMk id="65" creationId="{4E148758-CCEB-4CF8-B12F-39798759EE98}"/>
          </ac:spMkLst>
        </pc:spChg>
        <pc:spChg chg="mod">
          <ac:chgData name="Zarah May Zafra" userId="59fc1fd5e4c2474f" providerId="LiveId" clId="{FEA7DBEC-567E-4772-B529-83040F53030B}" dt="2026-10-25T12:51:23.205" v="26" actId="1076"/>
          <ac:spMkLst>
            <pc:docMk/>
            <pc:sldMk cId="3297531362" sldId="260"/>
            <ac:spMk id="66" creationId="{160B372A-BC2C-3439-09A1-A3F40612D9C8}"/>
          </ac:spMkLst>
        </pc:spChg>
        <pc:spChg chg="mod">
          <ac:chgData name="Zarah May Zafra" userId="59fc1fd5e4c2474f" providerId="LiveId" clId="{FEA7DBEC-567E-4772-B529-83040F53030B}" dt="2026-10-25T12:51:03.447" v="25" actId="1076"/>
          <ac:spMkLst>
            <pc:docMk/>
            <pc:sldMk cId="3297531362" sldId="260"/>
            <ac:spMk id="67" creationId="{2EB8E304-B9D4-8E53-7653-51963183834D}"/>
          </ac:spMkLst>
        </pc:spChg>
        <pc:spChg chg="mod">
          <ac:chgData name="Zarah May Zafra" userId="59fc1fd5e4c2474f" providerId="LiveId" clId="{FEA7DBEC-567E-4772-B529-83040F53030B}" dt="2026-10-25T13:01:39.344" v="454" actId="1076"/>
          <ac:spMkLst>
            <pc:docMk/>
            <pc:sldMk cId="3297531362" sldId="260"/>
            <ac:spMk id="68" creationId="{008015A0-3527-7DDB-148B-1B1EEB197267}"/>
          </ac:spMkLst>
        </pc:spChg>
        <pc:spChg chg="mod">
          <ac:chgData name="Zarah May Zafra" userId="59fc1fd5e4c2474f" providerId="LiveId" clId="{FEA7DBEC-567E-4772-B529-83040F53030B}" dt="2026-10-25T12:51:03.447" v="25" actId="1076"/>
          <ac:spMkLst>
            <pc:docMk/>
            <pc:sldMk cId="3297531362" sldId="260"/>
            <ac:spMk id="69" creationId="{81482362-C27B-1E86-306E-D98A577D911F}"/>
          </ac:spMkLst>
        </pc:spChg>
        <pc:spChg chg="mod">
          <ac:chgData name="Zarah May Zafra" userId="59fc1fd5e4c2474f" providerId="LiveId" clId="{FEA7DBEC-567E-4772-B529-83040F53030B}" dt="2026-10-25T13:01:39.344" v="454" actId="1076"/>
          <ac:spMkLst>
            <pc:docMk/>
            <pc:sldMk cId="3297531362" sldId="260"/>
            <ac:spMk id="70" creationId="{72E4E405-9F67-F848-9A3E-BFA13C3EA906}"/>
          </ac:spMkLst>
        </pc:spChg>
        <pc:spChg chg="mod">
          <ac:chgData name="Zarah May Zafra" userId="59fc1fd5e4c2474f" providerId="LiveId" clId="{FEA7DBEC-567E-4772-B529-83040F53030B}" dt="2026-10-25T12:51:03.447" v="25" actId="1076"/>
          <ac:spMkLst>
            <pc:docMk/>
            <pc:sldMk cId="3297531362" sldId="260"/>
            <ac:spMk id="71" creationId="{61349453-CC66-1086-1890-1C93B8131A3D}"/>
          </ac:spMkLst>
        </pc:spChg>
        <pc:spChg chg="mod">
          <ac:chgData name="Zarah May Zafra" userId="59fc1fd5e4c2474f" providerId="LiveId" clId="{FEA7DBEC-567E-4772-B529-83040F53030B}" dt="2026-10-25T13:01:43.549" v="455" actId="1076"/>
          <ac:spMkLst>
            <pc:docMk/>
            <pc:sldMk cId="3297531362" sldId="260"/>
            <ac:spMk id="74" creationId="{669C6926-502C-D3EF-BAB3-B7238485B1E0}"/>
          </ac:spMkLst>
        </pc:spChg>
        <pc:spChg chg="mod">
          <ac:chgData name="Zarah May Zafra" userId="59fc1fd5e4c2474f" providerId="LiveId" clId="{FEA7DBEC-567E-4772-B529-83040F53030B}" dt="2026-10-25T13:01:43.549" v="455" actId="1076"/>
          <ac:spMkLst>
            <pc:docMk/>
            <pc:sldMk cId="3297531362" sldId="260"/>
            <ac:spMk id="78" creationId="{E13A58BC-B304-0E47-1297-012C91D7D786}"/>
          </ac:spMkLst>
        </pc:spChg>
        <pc:spChg chg="mod">
          <ac:chgData name="Zarah May Zafra" userId="59fc1fd5e4c2474f" providerId="LiveId" clId="{FEA7DBEC-567E-4772-B529-83040F53030B}" dt="2026-10-25T13:01:51.212" v="456" actId="1076"/>
          <ac:spMkLst>
            <pc:docMk/>
            <pc:sldMk cId="3297531362" sldId="260"/>
            <ac:spMk id="80" creationId="{625AE8F5-67FF-FA7B-01B5-D3672033C0A2}"/>
          </ac:spMkLst>
        </pc:spChg>
        <pc:spChg chg="mod">
          <ac:chgData name="Zarah May Zafra" userId="59fc1fd5e4c2474f" providerId="LiveId" clId="{FEA7DBEC-567E-4772-B529-83040F53030B}" dt="2026-10-25T13:01:51.212" v="456" actId="1076"/>
          <ac:spMkLst>
            <pc:docMk/>
            <pc:sldMk cId="3297531362" sldId="260"/>
            <ac:spMk id="82" creationId="{7D547B18-D9C4-A5DF-F35D-E02B6E00990C}"/>
          </ac:spMkLst>
        </pc:spChg>
        <pc:spChg chg="mod">
          <ac:chgData name="Zarah May Zafra" userId="59fc1fd5e4c2474f" providerId="LiveId" clId="{FEA7DBEC-567E-4772-B529-83040F53030B}" dt="2026-10-25T13:01:57.818" v="457" actId="1076"/>
          <ac:spMkLst>
            <pc:docMk/>
            <pc:sldMk cId="3297531362" sldId="260"/>
            <ac:spMk id="84" creationId="{F2F73BC0-75A3-5DAB-D568-7BF30EF5C0F7}"/>
          </ac:spMkLst>
        </pc:spChg>
        <pc:spChg chg="mod">
          <ac:chgData name="Zarah May Zafra" userId="59fc1fd5e4c2474f" providerId="LiveId" clId="{FEA7DBEC-567E-4772-B529-83040F53030B}" dt="2026-10-25T13:01:57.818" v="457" actId="1076"/>
          <ac:spMkLst>
            <pc:docMk/>
            <pc:sldMk cId="3297531362" sldId="260"/>
            <ac:spMk id="86" creationId="{A1144335-F51D-5251-E65D-5D4A56367807}"/>
          </ac:spMkLst>
        </pc:spChg>
        <pc:spChg chg="add mod ord">
          <ac:chgData name="Zarah May Zafra" userId="59fc1fd5e4c2474f" providerId="LiveId" clId="{FEA7DBEC-567E-4772-B529-83040F53030B}" dt="2026-10-25T12:54:04.396" v="55" actId="170"/>
          <ac:spMkLst>
            <pc:docMk/>
            <pc:sldMk cId="3297531362" sldId="260"/>
            <ac:spMk id="88" creationId="{BBBFC136-3D54-ED77-AF16-523872EFCF09}"/>
          </ac:spMkLst>
        </pc:spChg>
        <pc:spChg chg="add del mod">
          <ac:chgData name="Zarah May Zafra" userId="59fc1fd5e4c2474f" providerId="LiveId" clId="{FEA7DBEC-567E-4772-B529-83040F53030B}" dt="2026-10-25T13:17:31.090" v="575" actId="478"/>
          <ac:spMkLst>
            <pc:docMk/>
            <pc:sldMk cId="3297531362" sldId="260"/>
            <ac:spMk id="90" creationId="{66BC9E88-78ED-7D26-7834-0F25D4CA3185}"/>
          </ac:spMkLst>
        </pc:spChg>
        <pc:spChg chg="add mod">
          <ac:chgData name="Zarah May Zafra" userId="59fc1fd5e4c2474f" providerId="LiveId" clId="{FEA7DBEC-567E-4772-B529-83040F53030B}" dt="2026-10-25T13:18:04.824" v="582" actId="1076"/>
          <ac:spMkLst>
            <pc:docMk/>
            <pc:sldMk cId="3297531362" sldId="260"/>
            <ac:spMk id="92" creationId="{3A930781-ACEB-3A24-2550-8B534170785B}"/>
          </ac:spMkLst>
        </pc:spChg>
        <pc:spChg chg="add mod">
          <ac:chgData name="Zarah May Zafra" userId="59fc1fd5e4c2474f" providerId="LiveId" clId="{FEA7DBEC-567E-4772-B529-83040F53030B}" dt="2026-10-25T13:15:18.572" v="526" actId="1076"/>
          <ac:spMkLst>
            <pc:docMk/>
            <pc:sldMk cId="3297531362" sldId="260"/>
            <ac:spMk id="96" creationId="{B0FAA9AF-4917-6908-1526-1F384C21F186}"/>
          </ac:spMkLst>
        </pc:spChg>
        <pc:spChg chg="add mod">
          <ac:chgData name="Zarah May Zafra" userId="59fc1fd5e4c2474f" providerId="LiveId" clId="{FEA7DBEC-567E-4772-B529-83040F53030B}" dt="2026-10-25T13:17:34.821" v="576" actId="1076"/>
          <ac:spMkLst>
            <pc:docMk/>
            <pc:sldMk cId="3297531362" sldId="260"/>
            <ac:spMk id="98" creationId="{3EC029BD-F220-5FD6-A97F-80A2858B4CDC}"/>
          </ac:spMkLst>
        </pc:spChg>
        <pc:spChg chg="add mod">
          <ac:chgData name="Zarah May Zafra" userId="59fc1fd5e4c2474f" providerId="LiveId" clId="{FEA7DBEC-567E-4772-B529-83040F53030B}" dt="2026-10-25T13:18:33.375" v="586" actId="404"/>
          <ac:spMkLst>
            <pc:docMk/>
            <pc:sldMk cId="3297531362" sldId="260"/>
            <ac:spMk id="100" creationId="{E736C772-2C11-0CDB-4FC2-38D01EEF9A68}"/>
          </ac:spMkLst>
        </pc:spChg>
        <pc:picChg chg="add del">
          <ac:chgData name="Zarah May Zafra" userId="59fc1fd5e4c2474f" providerId="LiveId" clId="{FEA7DBEC-567E-4772-B529-83040F53030B}" dt="2026-10-25T13:15:03.972" v="518" actId="22"/>
          <ac:picMkLst>
            <pc:docMk/>
            <pc:sldMk cId="3297531362" sldId="260"/>
            <ac:picMk id="94" creationId="{D7E56270-D4C6-D72B-92C8-D01276BCAF0A}"/>
          </ac:picMkLst>
        </pc:picChg>
      </pc:sldChg>
      <pc:sldChg chg="addSp delSp modSp mod">
        <pc:chgData name="Zarah May Zafra" userId="59fc1fd5e4c2474f" providerId="LiveId" clId="{FEA7DBEC-567E-4772-B529-83040F53030B}" dt="2026-10-25T13:18:40.410" v="587" actId="404"/>
        <pc:sldMkLst>
          <pc:docMk/>
          <pc:sldMk cId="2423504888" sldId="261"/>
        </pc:sldMkLst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13" creationId="{057384D5-C536-249D-E222-47A7F911BBAD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16" creationId="{26F5CCDC-0404-0EE0-8C2B-9717B692E4F4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20" creationId="{4459F310-D695-F7B4-D66D-08CE1DBB5679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23" creationId="{524FEE12-58B2-6598-79EA-C5E4AED4DFEF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27" creationId="{1B27EFCB-330B-EF87-CCE5-7CA76FDADC53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29" creationId="{D0E64C80-FDA0-F43A-C74D-4B392335FE1A}"/>
          </ac:spMkLst>
        </pc:spChg>
        <pc:spChg chg="mod">
          <ac:chgData name="Zarah May Zafra" userId="59fc1fd5e4c2474f" providerId="LiveId" clId="{FEA7DBEC-567E-4772-B529-83040F53030B}" dt="2026-10-25T12:49:22.094" v="16" actId="14100"/>
          <ac:spMkLst>
            <pc:docMk/>
            <pc:sldMk cId="2423504888" sldId="261"/>
            <ac:spMk id="35" creationId="{3EEB15D1-F81D-E412-B96F-E0B9AF0B487A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37" creationId="{3F22410F-4FD7-2CF3-1128-63BFD4EDFF92}"/>
          </ac:spMkLst>
        </pc:spChg>
        <pc:spChg chg="mod">
          <ac:chgData name="Zarah May Zafra" userId="59fc1fd5e4c2474f" providerId="LiveId" clId="{FEA7DBEC-567E-4772-B529-83040F53030B}" dt="2026-10-25T12:49:50.850" v="20" actId="1076"/>
          <ac:spMkLst>
            <pc:docMk/>
            <pc:sldMk cId="2423504888" sldId="261"/>
            <ac:spMk id="43" creationId="{790B441A-E3D6-4A70-513A-8E3739901864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44" creationId="{B6ECB3D8-DB0B-78BE-0EC7-A9CCBE0B8FE5}"/>
          </ac:spMkLst>
        </pc:spChg>
        <pc:spChg chg="mod">
          <ac:chgData name="Zarah May Zafra" userId="59fc1fd5e4c2474f" providerId="LiveId" clId="{FEA7DBEC-567E-4772-B529-83040F53030B}" dt="2026-10-25T12:49:38.094" v="18" actId="1076"/>
          <ac:spMkLst>
            <pc:docMk/>
            <pc:sldMk cId="2423504888" sldId="261"/>
            <ac:spMk id="45" creationId="{7073BB39-3153-B671-5B0A-D72F57B43ABB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47" creationId="{34E89AE5-9141-9F80-B61D-318A79E7BEE8}"/>
          </ac:spMkLst>
        </pc:spChg>
        <pc:spChg chg="mod">
          <ac:chgData name="Zarah May Zafra" userId="59fc1fd5e4c2474f" providerId="LiveId" clId="{FEA7DBEC-567E-4772-B529-83040F53030B}" dt="2026-10-25T12:49:22.094" v="16" actId="14100"/>
          <ac:spMkLst>
            <pc:docMk/>
            <pc:sldMk cId="2423504888" sldId="261"/>
            <ac:spMk id="49" creationId="{66250262-7CEC-0F9E-AA00-31EFD5A01A68}"/>
          </ac:spMkLst>
        </pc:spChg>
        <pc:spChg chg="add del">
          <ac:chgData name="Zarah May Zafra" userId="59fc1fd5e4c2474f" providerId="LiveId" clId="{FEA7DBEC-567E-4772-B529-83040F53030B}" dt="2026-10-25T12:48:41.809" v="10" actId="22"/>
          <ac:spMkLst>
            <pc:docMk/>
            <pc:sldMk cId="2423504888" sldId="261"/>
            <ac:spMk id="50" creationId="{73FC2C44-77AE-55FC-5593-20F4257A3907}"/>
          </ac:spMkLst>
        </pc:spChg>
        <pc:spChg chg="mod">
          <ac:chgData name="Zarah May Zafra" userId="59fc1fd5e4c2474f" providerId="LiveId" clId="{FEA7DBEC-567E-4772-B529-83040F53030B}" dt="2026-10-25T12:49:50.850" v="20" actId="1076"/>
          <ac:spMkLst>
            <pc:docMk/>
            <pc:sldMk cId="2423504888" sldId="261"/>
            <ac:spMk id="53" creationId="{A061B10F-6FED-6A75-EA63-3DA8D6F677AF}"/>
          </ac:spMkLst>
        </pc:spChg>
        <pc:spChg chg="add mod">
          <ac:chgData name="Zarah May Zafra" userId="59fc1fd5e4c2474f" providerId="LiveId" clId="{FEA7DBEC-567E-4772-B529-83040F53030B}" dt="2026-10-25T12:54:44.163" v="58" actId="14100"/>
          <ac:spMkLst>
            <pc:docMk/>
            <pc:sldMk cId="2423504888" sldId="261"/>
            <ac:spMk id="54" creationId="{219DFEC0-B1E8-C409-2900-ADF84EFB4274}"/>
          </ac:spMkLst>
        </pc:spChg>
        <pc:spChg chg="add mod">
          <ac:chgData name="Zarah May Zafra" userId="59fc1fd5e4c2474f" providerId="LiveId" clId="{FEA7DBEC-567E-4772-B529-83040F53030B}" dt="2026-10-25T12:54:44.163" v="58" actId="14100"/>
          <ac:spMkLst>
            <pc:docMk/>
            <pc:sldMk cId="2423504888" sldId="261"/>
            <ac:spMk id="57" creationId="{B07704F0-BEE2-64BE-1BD7-674741B2F63A}"/>
          </ac:spMkLst>
        </pc:spChg>
        <pc:spChg chg="add mod">
          <ac:chgData name="Zarah May Zafra" userId="59fc1fd5e4c2474f" providerId="LiveId" clId="{FEA7DBEC-567E-4772-B529-83040F53030B}" dt="2026-10-25T12:56:37.220" v="218" actId="1076"/>
          <ac:spMkLst>
            <pc:docMk/>
            <pc:sldMk cId="2423504888" sldId="261"/>
            <ac:spMk id="59" creationId="{3BCDF093-D9A0-A62B-C1AA-57328ADE4024}"/>
          </ac:spMkLst>
        </pc:spChg>
        <pc:spChg chg="add mod">
          <ac:chgData name="Zarah May Zafra" userId="59fc1fd5e4c2474f" providerId="LiveId" clId="{FEA7DBEC-567E-4772-B529-83040F53030B}" dt="2026-10-25T12:56:40.622" v="219" actId="1076"/>
          <ac:spMkLst>
            <pc:docMk/>
            <pc:sldMk cId="2423504888" sldId="261"/>
            <ac:spMk id="61" creationId="{E6C15BB9-EA52-EECD-C795-40527F6DAB63}"/>
          </ac:spMkLst>
        </pc:spChg>
        <pc:spChg chg="mod">
          <ac:chgData name="Zarah May Zafra" userId="59fc1fd5e4c2474f" providerId="LiveId" clId="{FEA7DBEC-567E-4772-B529-83040F53030B}" dt="2026-10-25T12:57:44.508" v="291" actId="6549"/>
          <ac:spMkLst>
            <pc:docMk/>
            <pc:sldMk cId="2423504888" sldId="261"/>
            <ac:spMk id="63" creationId="{D2450C51-173C-6F6A-4D2D-FA543EBB4405}"/>
          </ac:spMkLst>
        </pc:spChg>
        <pc:spChg chg="add mod">
          <ac:chgData name="Zarah May Zafra" userId="59fc1fd5e4c2474f" providerId="LiveId" clId="{FEA7DBEC-567E-4772-B529-83040F53030B}" dt="2026-10-25T12:56:47.599" v="221" actId="1076"/>
          <ac:spMkLst>
            <pc:docMk/>
            <pc:sldMk cId="2423504888" sldId="261"/>
            <ac:spMk id="65" creationId="{1793F7AE-BF00-17C4-1295-3413D647E042}"/>
          </ac:spMkLst>
        </pc:spChg>
        <pc:spChg chg="mod">
          <ac:chgData name="Zarah May Zafra" userId="59fc1fd5e4c2474f" providerId="LiveId" clId="{FEA7DBEC-567E-4772-B529-83040F53030B}" dt="2026-10-25T12:49:22.094" v="16" actId="14100"/>
          <ac:spMkLst>
            <pc:docMk/>
            <pc:sldMk cId="2423504888" sldId="261"/>
            <ac:spMk id="66" creationId="{938F69F7-7B16-B1EC-C5FE-66499736ABFF}"/>
          </ac:spMkLst>
        </pc:spChg>
        <pc:spChg chg="add del mod">
          <ac:chgData name="Zarah May Zafra" userId="59fc1fd5e4c2474f" providerId="LiveId" clId="{FEA7DBEC-567E-4772-B529-83040F53030B}" dt="2026-10-25T12:57:03.093" v="225" actId="478"/>
          <ac:spMkLst>
            <pc:docMk/>
            <pc:sldMk cId="2423504888" sldId="261"/>
            <ac:spMk id="70" creationId="{65D7A4A4-8F6A-B9EC-14F8-D736594577B0}"/>
          </ac:spMkLst>
        </pc:spChg>
        <pc:spChg chg="add del mod">
          <ac:chgData name="Zarah May Zafra" userId="59fc1fd5e4c2474f" providerId="LiveId" clId="{FEA7DBEC-567E-4772-B529-83040F53030B}" dt="2026-10-25T12:57:03.093" v="225" actId="478"/>
          <ac:spMkLst>
            <pc:docMk/>
            <pc:sldMk cId="2423504888" sldId="261"/>
            <ac:spMk id="73" creationId="{B35E161D-2D36-B497-2DDD-1B925CD24126}"/>
          </ac:spMkLst>
        </pc:spChg>
        <pc:spChg chg="add del mod">
          <ac:chgData name="Zarah May Zafra" userId="59fc1fd5e4c2474f" providerId="LiveId" clId="{FEA7DBEC-567E-4772-B529-83040F53030B}" dt="2026-10-25T12:57:03.093" v="225" actId="478"/>
          <ac:spMkLst>
            <pc:docMk/>
            <pc:sldMk cId="2423504888" sldId="261"/>
            <ac:spMk id="75" creationId="{DDAB8056-72A4-FEEE-4C1B-12C7757B83F5}"/>
          </ac:spMkLst>
        </pc:spChg>
        <pc:spChg chg="add del">
          <ac:chgData name="Zarah May Zafra" userId="59fc1fd5e4c2474f" providerId="LiveId" clId="{FEA7DBEC-567E-4772-B529-83040F53030B}" dt="2026-10-25T12:57:03.093" v="225" actId="478"/>
          <ac:spMkLst>
            <pc:docMk/>
            <pc:sldMk cId="2423504888" sldId="261"/>
            <ac:spMk id="77" creationId="{7BDE6C1D-54AF-F5EE-9A3D-6AC2E83016EC}"/>
          </ac:spMkLst>
        </pc:spChg>
        <pc:spChg chg="mod">
          <ac:chgData name="Zarah May Zafra" userId="59fc1fd5e4c2474f" providerId="LiveId" clId="{FEA7DBEC-567E-4772-B529-83040F53030B}" dt="2026-10-25T12:49:50.850" v="20" actId="1076"/>
          <ac:spMkLst>
            <pc:docMk/>
            <pc:sldMk cId="2423504888" sldId="261"/>
            <ac:spMk id="78" creationId="{D2E3DDF5-D72C-27DF-6487-27D98D7A9DDA}"/>
          </ac:spMkLst>
        </pc:spChg>
        <pc:spChg chg="mod">
          <ac:chgData name="Zarah May Zafra" userId="59fc1fd5e4c2474f" providerId="LiveId" clId="{FEA7DBEC-567E-4772-B529-83040F53030B}" dt="2026-10-25T12:49:38.094" v="18" actId="1076"/>
          <ac:spMkLst>
            <pc:docMk/>
            <pc:sldMk cId="2423504888" sldId="261"/>
            <ac:spMk id="80" creationId="{F696F889-91BF-4944-0203-66B922D210F3}"/>
          </ac:spMkLst>
        </pc:spChg>
        <pc:spChg chg="add del mod">
          <ac:chgData name="Zarah May Zafra" userId="59fc1fd5e4c2474f" providerId="LiveId" clId="{FEA7DBEC-567E-4772-B529-83040F53030B}" dt="2026-10-25T12:57:03.093" v="225" actId="478"/>
          <ac:spMkLst>
            <pc:docMk/>
            <pc:sldMk cId="2423504888" sldId="261"/>
            <ac:spMk id="81" creationId="{C6AAEE05-73FE-DD8D-F520-93FEF819CAEA}"/>
          </ac:spMkLst>
        </pc:spChg>
        <pc:spChg chg="mod">
          <ac:chgData name="Zarah May Zafra" userId="59fc1fd5e4c2474f" providerId="LiveId" clId="{FEA7DBEC-567E-4772-B529-83040F53030B}" dt="2026-10-25T12:49:38.094" v="18" actId="1076"/>
          <ac:spMkLst>
            <pc:docMk/>
            <pc:sldMk cId="2423504888" sldId="261"/>
            <ac:spMk id="82" creationId="{08F45CB1-E6ED-25C0-31A7-382080E99E60}"/>
          </ac:spMkLst>
        </pc:spChg>
        <pc:spChg chg="add mod">
          <ac:chgData name="Zarah May Zafra" userId="59fc1fd5e4c2474f" providerId="LiveId" clId="{FEA7DBEC-567E-4772-B529-83040F53030B}" dt="2026-10-25T13:00:22.571" v="413" actId="1076"/>
          <ac:spMkLst>
            <pc:docMk/>
            <pc:sldMk cId="2423504888" sldId="261"/>
            <ac:spMk id="84" creationId="{60AAD83E-EA2D-D9FB-D136-078BC635D3EF}"/>
          </ac:spMkLst>
        </pc:spChg>
        <pc:spChg chg="add mod">
          <ac:chgData name="Zarah May Zafra" userId="59fc1fd5e4c2474f" providerId="LiveId" clId="{FEA7DBEC-567E-4772-B529-83040F53030B}" dt="2026-10-25T13:00:22.571" v="413" actId="1076"/>
          <ac:spMkLst>
            <pc:docMk/>
            <pc:sldMk cId="2423504888" sldId="261"/>
            <ac:spMk id="86" creationId="{F2B227A1-1FDE-E156-3674-6E4461B7FEFF}"/>
          </ac:spMkLst>
        </pc:spChg>
        <pc:spChg chg="add mod">
          <ac:chgData name="Zarah May Zafra" userId="59fc1fd5e4c2474f" providerId="LiveId" clId="{FEA7DBEC-567E-4772-B529-83040F53030B}" dt="2026-10-25T13:00:05.509" v="410" actId="1076"/>
          <ac:spMkLst>
            <pc:docMk/>
            <pc:sldMk cId="2423504888" sldId="261"/>
            <ac:spMk id="88" creationId="{3DFE3EE9-82E2-CFA2-3845-6D7840AAF0B2}"/>
          </ac:spMkLst>
        </pc:spChg>
        <pc:spChg chg="add mod">
          <ac:chgData name="Zarah May Zafra" userId="59fc1fd5e4c2474f" providerId="LiveId" clId="{FEA7DBEC-567E-4772-B529-83040F53030B}" dt="2026-10-25T13:00:05.509" v="410" actId="1076"/>
          <ac:spMkLst>
            <pc:docMk/>
            <pc:sldMk cId="2423504888" sldId="261"/>
            <ac:spMk id="90" creationId="{BFEF752A-BFD9-20D9-C45A-10EC322BF395}"/>
          </ac:spMkLst>
        </pc:spChg>
        <pc:spChg chg="add mod">
          <ac:chgData name="Zarah May Zafra" userId="59fc1fd5e4c2474f" providerId="LiveId" clId="{FEA7DBEC-567E-4772-B529-83040F53030B}" dt="2026-10-25T13:00:11.931" v="411" actId="1076"/>
          <ac:spMkLst>
            <pc:docMk/>
            <pc:sldMk cId="2423504888" sldId="261"/>
            <ac:spMk id="92" creationId="{5F9AFA3E-6231-4A8B-D995-9FAAF09478EC}"/>
          </ac:spMkLst>
        </pc:spChg>
        <pc:spChg chg="add mod">
          <ac:chgData name="Zarah May Zafra" userId="59fc1fd5e4c2474f" providerId="LiveId" clId="{FEA7DBEC-567E-4772-B529-83040F53030B}" dt="2026-10-25T13:00:11.931" v="411" actId="1076"/>
          <ac:spMkLst>
            <pc:docMk/>
            <pc:sldMk cId="2423504888" sldId="261"/>
            <ac:spMk id="94" creationId="{0C6B1976-1423-B342-729E-6B4FE32095AA}"/>
          </ac:spMkLst>
        </pc:spChg>
        <pc:spChg chg="add mod">
          <ac:chgData name="Zarah May Zafra" userId="59fc1fd5e4c2474f" providerId="LiveId" clId="{FEA7DBEC-567E-4772-B529-83040F53030B}" dt="2026-10-25T13:17:23.125" v="573" actId="1076"/>
          <ac:spMkLst>
            <pc:docMk/>
            <pc:sldMk cId="2423504888" sldId="261"/>
            <ac:spMk id="96" creationId="{3EA510AB-E231-6F56-DA32-D89E513A8D61}"/>
          </ac:spMkLst>
        </pc:spChg>
        <pc:spChg chg="add del">
          <ac:chgData name="Zarah May Zafra" userId="59fc1fd5e4c2474f" providerId="LiveId" clId="{FEA7DBEC-567E-4772-B529-83040F53030B}" dt="2026-10-25T13:00:32.171" v="416" actId="22"/>
          <ac:spMkLst>
            <pc:docMk/>
            <pc:sldMk cId="2423504888" sldId="261"/>
            <ac:spMk id="98" creationId="{8C10750D-C434-A6A4-9714-329977473209}"/>
          </ac:spMkLst>
        </pc:spChg>
        <pc:spChg chg="add mod">
          <ac:chgData name="Zarah May Zafra" userId="59fc1fd5e4c2474f" providerId="LiveId" clId="{FEA7DBEC-567E-4772-B529-83040F53030B}" dt="2026-10-25T13:18:13.929" v="585" actId="1076"/>
          <ac:spMkLst>
            <pc:docMk/>
            <pc:sldMk cId="2423504888" sldId="261"/>
            <ac:spMk id="100" creationId="{F6DC4E89-FC80-0B4A-004C-FA0B58E9FE25}"/>
          </ac:spMkLst>
        </pc:spChg>
        <pc:spChg chg="add mod">
          <ac:chgData name="Zarah May Zafra" userId="59fc1fd5e4c2474f" providerId="LiveId" clId="{FEA7DBEC-567E-4772-B529-83040F53030B}" dt="2026-10-25T13:18:40.410" v="587" actId="404"/>
          <ac:spMkLst>
            <pc:docMk/>
            <pc:sldMk cId="2423504888" sldId="261"/>
            <ac:spMk id="102" creationId="{8B837107-A95B-2FE7-8D97-AA3F6ADB3294}"/>
          </ac:spMkLst>
        </pc:spChg>
        <pc:spChg chg="mod">
          <ac:chgData name="Zarah May Zafra" userId="59fc1fd5e4c2474f" providerId="LiveId" clId="{FEA7DBEC-567E-4772-B529-83040F53030B}" dt="2026-10-25T12:48:09.554" v="8" actId="14100"/>
          <ac:spMkLst>
            <pc:docMk/>
            <pc:sldMk cId="2423504888" sldId="261"/>
            <ac:spMk id="138" creationId="{1F2853CC-6B30-CE52-1001-D9F984532883}"/>
          </ac:spMkLst>
        </pc:spChg>
        <pc:spChg chg="mod">
          <ac:chgData name="Zarah May Zafra" userId="59fc1fd5e4c2474f" providerId="LiveId" clId="{FEA7DBEC-567E-4772-B529-83040F53030B}" dt="2026-10-25T12:49:25.322" v="17" actId="14100"/>
          <ac:spMkLst>
            <pc:docMk/>
            <pc:sldMk cId="2423504888" sldId="261"/>
            <ac:spMk id="140" creationId="{E9325950-31DB-D0FD-D9AA-518D71157D35}"/>
          </ac:spMkLst>
        </pc:spChg>
        <pc:spChg chg="mod">
          <ac:chgData name="Zarah May Zafra" userId="59fc1fd5e4c2474f" providerId="LiveId" clId="{FEA7DBEC-567E-4772-B529-83040F53030B}" dt="2026-10-25T12:47:10.963" v="1" actId="14100"/>
          <ac:spMkLst>
            <pc:docMk/>
            <pc:sldMk cId="2423504888" sldId="261"/>
            <ac:spMk id="142" creationId="{DEE6471E-E84A-F345-9D29-9D9BEEB70E01}"/>
          </ac:spMkLst>
        </pc:spChg>
        <pc:spChg chg="mod">
          <ac:chgData name="Zarah May Zafra" userId="59fc1fd5e4c2474f" providerId="LiveId" clId="{FEA7DBEC-567E-4772-B529-83040F53030B}" dt="2026-10-25T12:50:19.078" v="22" actId="1076"/>
          <ac:spMkLst>
            <pc:docMk/>
            <pc:sldMk cId="2423504888" sldId="261"/>
            <ac:spMk id="144" creationId="{6C08937E-E97C-242C-EB93-CBFB3390339A}"/>
          </ac:spMkLst>
        </pc:spChg>
        <pc:spChg chg="mod">
          <ac:chgData name="Zarah May Zafra" userId="59fc1fd5e4c2474f" providerId="LiveId" clId="{FEA7DBEC-567E-4772-B529-83040F53030B}" dt="2026-10-25T12:50:08.233" v="21" actId="1076"/>
          <ac:spMkLst>
            <pc:docMk/>
            <pc:sldMk cId="2423504888" sldId="261"/>
            <ac:spMk id="146" creationId="{874D672B-9542-2E93-0402-6E619B49445E}"/>
          </ac:spMkLst>
        </pc:spChg>
        <pc:spChg chg="mod">
          <ac:chgData name="Zarah May Zafra" userId="59fc1fd5e4c2474f" providerId="LiveId" clId="{FEA7DBEC-567E-4772-B529-83040F53030B}" dt="2026-10-25T12:49:25.322" v="17" actId="14100"/>
          <ac:spMkLst>
            <pc:docMk/>
            <pc:sldMk cId="2423504888" sldId="261"/>
            <ac:spMk id="148" creationId="{2803E316-896C-EDB8-3EF8-C3152083D2FA}"/>
          </ac:spMkLst>
        </pc:spChg>
        <pc:spChg chg="mod">
          <ac:chgData name="Zarah May Zafra" userId="59fc1fd5e4c2474f" providerId="LiveId" clId="{FEA7DBEC-567E-4772-B529-83040F53030B}" dt="2026-10-25T12:47:10.963" v="1" actId="14100"/>
          <ac:spMkLst>
            <pc:docMk/>
            <pc:sldMk cId="2423504888" sldId="261"/>
            <ac:spMk id="150" creationId="{4183FF5A-1354-BB46-36B9-E3A80D391880}"/>
          </ac:spMkLst>
        </pc:spChg>
        <pc:spChg chg="mod">
          <ac:chgData name="Zarah May Zafra" userId="59fc1fd5e4c2474f" providerId="LiveId" clId="{FEA7DBEC-567E-4772-B529-83040F53030B}" dt="2026-10-25T12:50:19.078" v="22" actId="1076"/>
          <ac:spMkLst>
            <pc:docMk/>
            <pc:sldMk cId="2423504888" sldId="261"/>
            <ac:spMk id="152" creationId="{9622AB84-D92F-5DA8-0727-8CA7ACD22F2B}"/>
          </ac:spMkLst>
        </pc:spChg>
        <pc:spChg chg="mod">
          <ac:chgData name="Zarah May Zafra" userId="59fc1fd5e4c2474f" providerId="LiveId" clId="{FEA7DBEC-567E-4772-B529-83040F53030B}" dt="2026-10-25T12:49:25.322" v="17" actId="14100"/>
          <ac:spMkLst>
            <pc:docMk/>
            <pc:sldMk cId="2423504888" sldId="261"/>
            <ac:spMk id="154" creationId="{D01F7CB7-0BBF-693D-A400-3C3FB797ADB1}"/>
          </ac:spMkLst>
        </pc:spChg>
        <pc:spChg chg="mod">
          <ac:chgData name="Zarah May Zafra" userId="59fc1fd5e4c2474f" providerId="LiveId" clId="{FEA7DBEC-567E-4772-B529-83040F53030B}" dt="2026-10-25T12:47:10.963" v="1" actId="14100"/>
          <ac:spMkLst>
            <pc:docMk/>
            <pc:sldMk cId="2423504888" sldId="261"/>
            <ac:spMk id="156" creationId="{6FD4CB69-81CB-89FA-1AC0-6D56A2DBF8B6}"/>
          </ac:spMkLst>
        </pc:spChg>
        <pc:spChg chg="mod">
          <ac:chgData name="Zarah May Zafra" userId="59fc1fd5e4c2474f" providerId="LiveId" clId="{FEA7DBEC-567E-4772-B529-83040F53030B}" dt="2026-10-25T12:50:19.078" v="22" actId="1076"/>
          <ac:spMkLst>
            <pc:docMk/>
            <pc:sldMk cId="2423504888" sldId="261"/>
            <ac:spMk id="158" creationId="{25A06D78-1771-8DBE-12A8-118D2EE67BAE}"/>
          </ac:spMkLst>
        </pc:spChg>
        <pc:spChg chg="mod">
          <ac:chgData name="Zarah May Zafra" userId="59fc1fd5e4c2474f" providerId="LiveId" clId="{FEA7DBEC-567E-4772-B529-83040F53030B}" dt="2026-10-25T12:50:08.233" v="21" actId="1076"/>
          <ac:spMkLst>
            <pc:docMk/>
            <pc:sldMk cId="2423504888" sldId="261"/>
            <ac:spMk id="160" creationId="{CDFF69DA-8C6E-E12E-36A3-E691E0CD3DDD}"/>
          </ac:spMkLst>
        </pc:spChg>
        <pc:spChg chg="mod">
          <ac:chgData name="Zarah May Zafra" userId="59fc1fd5e4c2474f" providerId="LiveId" clId="{FEA7DBEC-567E-4772-B529-83040F53030B}" dt="2026-10-25T12:50:08.233" v="21" actId="1076"/>
          <ac:spMkLst>
            <pc:docMk/>
            <pc:sldMk cId="2423504888" sldId="261"/>
            <ac:spMk id="162" creationId="{70782FF3-718E-328D-1C83-68D0B75C44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854A2-84F5-4F0B-8809-F4278FB5B76D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4F98B-0614-4ACB-B746-BAC894065E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5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2F56-1208-2403-23C0-E1121A757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4D354-2C3F-9808-FF85-710B02E3A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C259E-028E-4786-7A85-5C5ADEC8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1CD11-F183-86E6-A908-A904D3A5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3CA67-3E79-DDF4-53A1-23F357E8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319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B7BE-9C0C-7868-21BB-B6885822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2264-CF5E-6B03-DA01-2775FFC0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1563-28EF-26BB-BD81-52906084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3DD6-5B27-39F1-4F4A-026EAEE0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83FD7-C924-7204-069B-67A90111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779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FB3-7FBB-2F13-53FF-CF443FF5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7B6D6-9C6B-8D57-8787-7CCF3FF30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16A56-0748-D91D-6E48-83B4DE38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249CD-DC57-42A0-BB07-C16B637B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124B4-BDB6-3204-7ECE-97A9390B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994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F648-89FE-4F13-D2BC-7CC09B00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724F-F5A1-7527-21A1-848DD27EB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50284-52D4-54D5-2CEE-433E09147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FEAE-B4F5-8DCF-921A-8BF690AE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DDB0-5A47-CA6F-231B-8B9DABA4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DA6E-65F8-2DAB-A0DB-BD3FB3E6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898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B5AD-A320-1848-97F9-8E44332D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9C55-9688-4284-6F4C-87C35497A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9A87D-EEE4-6910-6F93-FFDF6F42F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E350C-DA3B-40B4-7C3C-8395B649E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C65E0-5117-74A1-9EFA-A85FADE87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43AE0-FDB3-3D3A-D49F-796B3D32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47EAD-8857-5B7A-F700-31660152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9F7A6-DFD2-B527-836F-25A0FB01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824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F4CE-F3F9-3194-C858-5C6F4A74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B9008-2E12-C7D3-96DD-7411D8A0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6FC86-D9CC-A16B-3D22-2DF6F829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132E-4FBC-7916-178D-01D543F2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5397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EFA0E-0651-9ABB-A34B-246A9062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2432-B6FF-1BA2-6FAC-47F65FB5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C6409-D68F-1451-B616-432D2A4B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974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EA46-667C-28E3-F94E-817ACAEC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1A912-149E-968C-5BF6-9FC31D19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B02C9-5935-9D8F-C884-CABBCD1C4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6F8C3-32E5-A3BC-785C-25F012BE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69814-A0CC-D9E0-628C-CB1C8B71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7F51-44C7-2BBF-A9BF-70B60FA0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8586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1BC4-7AB0-9B7C-94D1-48982AA0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3F1F6-0FB8-A3D7-2F02-4C42BF1DF1C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1F475-5CE8-F1DB-FA0E-C15CFECF7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D8492-8F8B-8B06-117F-4A1A2394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388A5-06BF-3E37-B9F4-7AB22E5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C2196-4FC6-7E47-2CA3-785CB882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139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E12E-797E-65EA-C544-8C40F815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821FA-BB3B-38C1-91EB-6DDDB454C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2FF2-A0D5-B689-CD66-F0F9052D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1F12-F16E-BDA8-B7B5-D3AA1CA8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08F3-8ABC-CD3E-C918-95E6C775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841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38712-D4F0-C78A-9413-1ABB414D1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851BD-0870-516A-17B8-9F4E2D26A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9EB6F-3F0D-9605-8B49-0C5AC733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AD4A-1692-6BA6-20C9-7D685A6F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C249-2783-E3F6-1490-12E1FF5A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16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33E28-72C8-7193-3827-3607859C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D626-BCC0-1B0B-E384-92056F408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A97E4-F00A-71D4-60BD-3366B41D5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C8DE9-0721-421C-9E26-D5BFD07FA0D2}" type="datetimeFigureOut">
              <a:rPr lang="en-AE" smtClean="0"/>
              <a:t>25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407CD-1465-6C27-014A-C372CD8F3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050A0-5F61-066A-D32F-115FC21AD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201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4DDA2184-43BC-0305-9D54-8EC7A37D3244}"/>
              </a:ext>
            </a:extLst>
          </p:cNvPr>
          <p:cNvSpPr/>
          <p:nvPr/>
        </p:nvSpPr>
        <p:spPr>
          <a:xfrm>
            <a:off x="658368" y="1545336"/>
            <a:ext cx="10863072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F5D9578E-6944-A3DD-C05E-4C335FE9BA23}"/>
              </a:ext>
            </a:extLst>
          </p:cNvPr>
          <p:cNvSpPr/>
          <p:nvPr/>
        </p:nvSpPr>
        <p:spPr>
          <a:xfrm>
            <a:off x="970597" y="1893378"/>
            <a:ext cx="10146412" cy="762001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 w="12700">
            <a:solidFill>
              <a:srgbClr val="4D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2000" b="1" dirty="0">
                <a:solidFill>
                  <a:schemeClr val="tx1"/>
                </a:solidFill>
              </a:rPr>
              <a:t>Home Page</a:t>
            </a:r>
          </a:p>
          <a:p>
            <a:pPr algn="ctr"/>
            <a:r>
              <a:rPr lang="en-AE" sz="1050" dirty="0">
                <a:solidFill>
                  <a:schemeClr val="tx1"/>
                </a:solidFill>
              </a:rPr>
              <a:t>Introduction and navigation</a:t>
            </a:r>
            <a:endParaRPr sz="1050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3933D7-2D19-A0AF-5452-53303C7A5A5C}"/>
              </a:ext>
            </a:extLst>
          </p:cNvPr>
          <p:cNvSpPr/>
          <p:nvPr/>
        </p:nvSpPr>
        <p:spPr>
          <a:xfrm>
            <a:off x="979934" y="3003421"/>
            <a:ext cx="2907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B0210-48E2-9620-44A8-D37D3E12A724}"/>
              </a:ext>
            </a:extLst>
          </p:cNvPr>
          <p:cNvSpPr txBox="1"/>
          <p:nvPr/>
        </p:nvSpPr>
        <p:spPr>
          <a:xfrm>
            <a:off x="1072897" y="3172468"/>
            <a:ext cx="2706624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Restaurant Search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2B31B671-8BEF-39EC-673B-2D1CDFBC3847}"/>
              </a:ext>
            </a:extLst>
          </p:cNvPr>
          <p:cNvSpPr/>
          <p:nvPr/>
        </p:nvSpPr>
        <p:spPr>
          <a:xfrm>
            <a:off x="1072897" y="4255862"/>
            <a:ext cx="25877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4ACCF-65D6-47A8-2C1C-104A80A2F7D4}"/>
              </a:ext>
            </a:extLst>
          </p:cNvPr>
          <p:cNvSpPr txBox="1"/>
          <p:nvPr/>
        </p:nvSpPr>
        <p:spPr>
          <a:xfrm>
            <a:off x="1173481" y="4378244"/>
            <a:ext cx="2386584" cy="37702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200" dirty="0"/>
              <a:t>Restaurant Details</a:t>
            </a:r>
            <a:endParaRPr lang="en-US" sz="1200" dirty="0"/>
          </a:p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lang="en-AE" sz="1100" dirty="0"/>
              <a:t>(Inspections and violations)</a:t>
            </a:r>
            <a:endParaRPr sz="1200" dirty="0"/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D65E0244-DEE5-92F9-1F76-19B12FF98C35}"/>
              </a:ext>
            </a:extLst>
          </p:cNvPr>
          <p:cNvSpPr/>
          <p:nvPr/>
        </p:nvSpPr>
        <p:spPr>
          <a:xfrm>
            <a:off x="4425127" y="3003421"/>
            <a:ext cx="30912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D0F7B-DF63-685C-F47F-10B4F2FE5984}"/>
              </a:ext>
            </a:extLst>
          </p:cNvPr>
          <p:cNvSpPr txBox="1"/>
          <p:nvPr/>
        </p:nvSpPr>
        <p:spPr>
          <a:xfrm>
            <a:off x="4676871" y="3179639"/>
            <a:ext cx="2587751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Food-related 311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DF24E12B-4DD9-A33F-C764-AB86B941CCDE}"/>
              </a:ext>
            </a:extLst>
          </p:cNvPr>
          <p:cNvSpPr/>
          <p:nvPr/>
        </p:nvSpPr>
        <p:spPr>
          <a:xfrm>
            <a:off x="7934897" y="3003421"/>
            <a:ext cx="318211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459CD-0578-017F-4864-91693D0A0EAA}"/>
              </a:ext>
            </a:extLst>
          </p:cNvPr>
          <p:cNvSpPr txBox="1"/>
          <p:nvPr/>
        </p:nvSpPr>
        <p:spPr>
          <a:xfrm>
            <a:off x="8035481" y="3179638"/>
            <a:ext cx="2980944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Neighborhood Insights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AE9BC2-81FB-BCB8-9DC5-65B839204293}"/>
              </a:ext>
            </a:extLst>
          </p:cNvPr>
          <p:cNvSpPr txBox="1"/>
          <p:nvPr/>
        </p:nvSpPr>
        <p:spPr>
          <a:xfrm rot="5400000">
            <a:off x="2138173" y="3812378"/>
            <a:ext cx="457200" cy="41148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2000" b="1">
                <a:solidFill>
                  <a:srgbClr val="4D627B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E778A-2A20-65E4-AF4A-1D064679CEE5}"/>
              </a:ext>
            </a:extLst>
          </p:cNvPr>
          <p:cNvSpPr/>
          <p:nvPr/>
        </p:nvSpPr>
        <p:spPr>
          <a:xfrm>
            <a:off x="457200" y="393191"/>
            <a:ext cx="11291697" cy="912493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DE574-1639-B5B2-AB88-A001ACAEE6D8}"/>
              </a:ext>
            </a:extLst>
          </p:cNvPr>
          <p:cNvSpPr txBox="1"/>
          <p:nvPr/>
        </p:nvSpPr>
        <p:spPr>
          <a:xfrm>
            <a:off x="896112" y="395032"/>
            <a:ext cx="4590288" cy="4078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sz="2500" dirty="0"/>
              <a:t>Cincy Food Safety Watch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A0CE50-C96E-2F2C-7EDE-DCBCAEBFDE10}"/>
              </a:ext>
            </a:extLst>
          </p:cNvPr>
          <p:cNvSpPr txBox="1"/>
          <p:nvPr/>
        </p:nvSpPr>
        <p:spPr>
          <a:xfrm>
            <a:off x="896112" y="85484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A75"/>
                </a:solidFill>
                <a:latin typeface="Aptos"/>
              </a:defRPr>
            </a:pPr>
            <a:r>
              <a:rPr lang="en-US" sz="1200" dirty="0"/>
              <a:t>Storyboard and user navigation  •  IS 7024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E4BF4-4F27-D4B2-AA92-EE764E267265}"/>
              </a:ext>
            </a:extLst>
          </p:cNvPr>
          <p:cNvSpPr txBox="1"/>
          <p:nvPr/>
        </p:nvSpPr>
        <p:spPr>
          <a:xfrm>
            <a:off x="1014984" y="5431536"/>
            <a:ext cx="987552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dirty="0"/>
              <a:t>Start on Home, search restaurants and open inspection details, or explore 311 records and neighborhood summaries.</a:t>
            </a:r>
          </a:p>
        </p:txBody>
      </p:sp>
    </p:spTree>
    <p:extLst>
      <p:ext uri="{BB962C8B-B14F-4D97-AF65-F5344CB8AC3E}">
        <p14:creationId xmlns:p14="http://schemas.microsoft.com/office/powerpoint/2010/main" val="308002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94B6-2AE5-6F17-5AAA-AFEF2E0F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F5871B1F-CCF1-6877-EA65-64FE11E6730B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E445AD65-9677-B86A-1C65-AB6B7B1F5928}"/>
              </a:ext>
            </a:extLst>
          </p:cNvPr>
          <p:cNvSpPr/>
          <p:nvPr/>
        </p:nvSpPr>
        <p:spPr>
          <a:xfrm>
            <a:off x="457200" y="851154"/>
            <a:ext cx="11265408" cy="5586222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FCB42-BC2D-422E-62CA-F5859EB5D08B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52A33-90ED-41A9-D024-F4E7544EC9C1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4EBCB9-40A1-BFCC-8DAC-15EC5727F412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5DCEB-1316-12A5-35E2-E24E25F69A7E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9A0C43-68FB-C1E0-1562-229692291162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B3AB7-0307-28A7-5D56-A8F4B7880330}"/>
              </a:ext>
            </a:extLst>
          </p:cNvPr>
          <p:cNvSpPr txBox="1"/>
          <p:nvPr/>
        </p:nvSpPr>
        <p:spPr>
          <a:xfrm>
            <a:off x="2295144" y="1193365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Explore food safety information in Cincinnati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B0C1A2-10A9-1DF4-3EC1-B63818F4B527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Find restaurant inspections and explore food-related city service requests.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480E86-A692-F70C-8308-800F48C9042A}"/>
              </a:ext>
            </a:extLst>
          </p:cNvPr>
          <p:cNvSpPr txBox="1"/>
          <p:nvPr/>
        </p:nvSpPr>
        <p:spPr>
          <a:xfrm>
            <a:off x="2346578" y="2096930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QUICK RESTAURANT SEARCH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86F6538C-B917-F2D0-CA28-4EC38D64B9FE}"/>
              </a:ext>
            </a:extLst>
          </p:cNvPr>
          <p:cNvSpPr/>
          <p:nvPr/>
        </p:nvSpPr>
        <p:spPr>
          <a:xfrm>
            <a:off x="2360675" y="2313432"/>
            <a:ext cx="399249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792742-5F17-DC5F-05AD-78FECE370C7D}"/>
              </a:ext>
            </a:extLst>
          </p:cNvPr>
          <p:cNvSpPr txBox="1"/>
          <p:nvPr/>
        </p:nvSpPr>
        <p:spPr>
          <a:xfrm>
            <a:off x="2478024" y="2431792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Enter restaurant name ...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22DD891-672B-147C-152C-20C2103E7D29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Home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4BAAA82C-9E22-CB2E-DEC2-B38A3788A580}"/>
              </a:ext>
            </a:extLst>
          </p:cNvPr>
          <p:cNvSpPr/>
          <p:nvPr/>
        </p:nvSpPr>
        <p:spPr>
          <a:xfrm>
            <a:off x="641223" y="130471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CD2E9-6134-31B7-23A0-BF554FA7A12E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462C7-2981-9BE6-63F7-A01700BFF177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7258D-076A-9A06-2C44-E782A0C7CB33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3A7849EC-5A32-B780-8890-D078E8FCBE66}"/>
              </a:ext>
            </a:extLst>
          </p:cNvPr>
          <p:cNvSpPr/>
          <p:nvPr/>
        </p:nvSpPr>
        <p:spPr>
          <a:xfrm>
            <a:off x="2295144" y="3045333"/>
            <a:ext cx="4151376" cy="1014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0709F97-B37E-354F-6C1B-B087B492DBCA}"/>
              </a:ext>
            </a:extLst>
          </p:cNvPr>
          <p:cNvSpPr txBox="1"/>
          <p:nvPr/>
        </p:nvSpPr>
        <p:spPr>
          <a:xfrm>
            <a:off x="2459736" y="3155061"/>
            <a:ext cx="3831336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Find restaurant records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9002F7E-DE87-9564-A0CB-950081B66619}"/>
              </a:ext>
            </a:extLst>
          </p:cNvPr>
          <p:cNvSpPr txBox="1"/>
          <p:nvPr/>
        </p:nvSpPr>
        <p:spPr>
          <a:xfrm>
            <a:off x="2478024" y="3420236"/>
            <a:ext cx="3611880" cy="27432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19" b="0">
                <a:solidFill>
                  <a:srgbClr val="606A75"/>
                </a:solidFill>
                <a:latin typeface="Aptos"/>
              </a:defRPr>
            </a:pPr>
            <a:r>
              <a:t>Search establishments and open inspection histories.</a:t>
            </a:r>
          </a:p>
        </p:txBody>
      </p:sp>
      <p:sp>
        <p:nvSpPr>
          <p:cNvPr id="106" name="Rounded Rectangle 30">
            <a:extLst>
              <a:ext uri="{FF2B5EF4-FFF2-40B4-BE49-F238E27FC236}">
                <a16:creationId xmlns:a16="http://schemas.microsoft.com/office/drawing/2014/main" id="{DB06F18E-C9CF-1715-3A0E-0298D6B91644}"/>
              </a:ext>
            </a:extLst>
          </p:cNvPr>
          <p:cNvSpPr/>
          <p:nvPr/>
        </p:nvSpPr>
        <p:spPr>
          <a:xfrm>
            <a:off x="6656832" y="3045333"/>
            <a:ext cx="4352544" cy="1014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521EB1-DD40-07C1-04D5-53D75FD888F3}"/>
              </a:ext>
            </a:extLst>
          </p:cNvPr>
          <p:cNvSpPr txBox="1"/>
          <p:nvPr/>
        </p:nvSpPr>
        <p:spPr>
          <a:xfrm>
            <a:off x="6821423" y="3155061"/>
            <a:ext cx="4032504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Explore 311 requests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AA81F1-97E0-5AAB-01CE-92BA79C4735F}"/>
              </a:ext>
            </a:extLst>
          </p:cNvPr>
          <p:cNvSpPr txBox="1"/>
          <p:nvPr/>
        </p:nvSpPr>
        <p:spPr>
          <a:xfrm>
            <a:off x="6839712" y="3420236"/>
            <a:ext cx="3822191" cy="27432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19" b="0">
                <a:solidFill>
                  <a:srgbClr val="606A75"/>
                </a:solidFill>
                <a:latin typeface="Aptos"/>
              </a:defRPr>
            </a:pPr>
            <a:r>
              <a:t>Browse food-related service requests by area.</a:t>
            </a:r>
          </a:p>
        </p:txBody>
      </p:sp>
      <p:sp>
        <p:nvSpPr>
          <p:cNvPr id="117" name="Rounded Rectangle 33">
            <a:extLst>
              <a:ext uri="{FF2B5EF4-FFF2-40B4-BE49-F238E27FC236}">
                <a16:creationId xmlns:a16="http://schemas.microsoft.com/office/drawing/2014/main" id="{5FB6A8DF-23C7-F090-6087-3C7DB7EB0218}"/>
              </a:ext>
            </a:extLst>
          </p:cNvPr>
          <p:cNvSpPr/>
          <p:nvPr/>
        </p:nvSpPr>
        <p:spPr>
          <a:xfrm>
            <a:off x="2295144" y="4334637"/>
            <a:ext cx="8714232" cy="11231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24C84CD-EA3B-76C3-3162-23BED0707A5F}"/>
              </a:ext>
            </a:extLst>
          </p:cNvPr>
          <p:cNvSpPr txBox="1"/>
          <p:nvPr/>
        </p:nvSpPr>
        <p:spPr>
          <a:xfrm>
            <a:off x="2459736" y="4444365"/>
            <a:ext cx="8394192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Compare neighborhoods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212B2FF-2921-BA79-93FD-1A37FE2F5CE6}"/>
              </a:ext>
            </a:extLst>
          </p:cNvPr>
          <p:cNvSpPr txBox="1"/>
          <p:nvPr/>
        </p:nvSpPr>
        <p:spPr>
          <a:xfrm>
            <a:off x="2496312" y="4817651"/>
            <a:ext cx="8211312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lang="en-AE" sz="1000" dirty="0">
                <a:solidFill>
                  <a:srgbClr val="606A75"/>
                </a:solidFill>
                <a:latin typeface="Aptos"/>
              </a:rPr>
              <a:t>Compare inspection and 311 request totals by </a:t>
            </a:r>
            <a:r>
              <a:rPr lang="en-AE" sz="1000" dirty="0" err="1">
                <a:solidFill>
                  <a:srgbClr val="606A75"/>
                </a:solidFill>
                <a:latin typeface="Aptos"/>
              </a:rPr>
              <a:t>neighborhood</a:t>
            </a:r>
            <a:r>
              <a:rPr lang="en-AE" sz="1000" dirty="0">
                <a:solidFill>
                  <a:srgbClr val="606A75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EC79E8C-75C1-799C-1DCB-F40448A08528}"/>
              </a:ext>
            </a:extLst>
          </p:cNvPr>
          <p:cNvSpPr/>
          <p:nvPr/>
        </p:nvSpPr>
        <p:spPr>
          <a:xfrm>
            <a:off x="2295144" y="595388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B1ED6E-D303-AB41-B714-63296991C8EA}"/>
              </a:ext>
            </a:extLst>
          </p:cNvPr>
          <p:cNvSpPr txBox="1"/>
          <p:nvPr/>
        </p:nvSpPr>
        <p:spPr>
          <a:xfrm>
            <a:off x="2423160" y="6025706"/>
            <a:ext cx="8284464" cy="29260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0">
                <a:solidFill>
                  <a:srgbClr val="606A75"/>
                </a:solidFill>
                <a:latin typeface="Aptos"/>
              </a:defRPr>
            </a:pPr>
            <a:r>
              <a:rPr dirty="0"/>
              <a:t>Data sources: Cincinnati Food Safety Program  |  Cincinnati 311 Service Requests</a:t>
            </a:r>
          </a:p>
        </p:txBody>
      </p:sp>
      <p:sp>
        <p:nvSpPr>
          <p:cNvPr id="4" name="Rounded Rectangle 26">
            <a:extLst>
              <a:ext uri="{FF2B5EF4-FFF2-40B4-BE49-F238E27FC236}">
                <a16:creationId xmlns:a16="http://schemas.microsoft.com/office/drawing/2014/main" id="{EB309F01-9220-BB8D-A04D-2AA70E6447D9}"/>
              </a:ext>
            </a:extLst>
          </p:cNvPr>
          <p:cNvSpPr/>
          <p:nvPr/>
        </p:nvSpPr>
        <p:spPr>
          <a:xfrm>
            <a:off x="6652260" y="2298384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7DA79-2E4A-B1D7-7A28-8DE31A30CD23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3648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3611-D34A-FD2E-5A4D-14F167C7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65935B91-924D-A61C-80AA-F2189AD7F3D1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F2F1724A-772E-0464-AE42-BA7882FFCB3D}"/>
              </a:ext>
            </a:extLst>
          </p:cNvPr>
          <p:cNvSpPr/>
          <p:nvPr/>
        </p:nvSpPr>
        <p:spPr>
          <a:xfrm>
            <a:off x="457200" y="851154"/>
            <a:ext cx="11265408" cy="5586222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F2EC61-BA40-65D5-3B89-B35A9931F93C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FC0552-1EE4-CC76-2140-31856E2DDD56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341DF-9275-D5F1-6E6A-4E725AB84410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440C6E-04B9-2CF9-183C-91557F0B1799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16F008-DFC1-5992-DE64-5519E491AC98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2C797A-D076-A822-5552-69FA5BDEA341}"/>
              </a:ext>
            </a:extLst>
          </p:cNvPr>
          <p:cNvSpPr txBox="1"/>
          <p:nvPr/>
        </p:nvSpPr>
        <p:spPr>
          <a:xfrm>
            <a:off x="2295144" y="1193365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Search restaurant inspection records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449C2-5D62-FDB1-EE5F-0259A0A308AF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Filter food-establishment records and open a restaurant to view its inspections.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07E47-4C85-2A70-2D1A-6244B2AA5A8A}"/>
              </a:ext>
            </a:extLst>
          </p:cNvPr>
          <p:cNvSpPr txBox="1"/>
          <p:nvPr/>
        </p:nvSpPr>
        <p:spPr>
          <a:xfrm>
            <a:off x="2346578" y="2096930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NAME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7DBB892E-AFA0-EEE2-2951-2A1EADA72727}"/>
              </a:ext>
            </a:extLst>
          </p:cNvPr>
          <p:cNvSpPr/>
          <p:nvPr/>
        </p:nvSpPr>
        <p:spPr>
          <a:xfrm>
            <a:off x="2360675" y="2313432"/>
            <a:ext cx="3544825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C1A37E-9062-101C-582E-712F69582A13}"/>
              </a:ext>
            </a:extLst>
          </p:cNvPr>
          <p:cNvSpPr txBox="1"/>
          <p:nvPr/>
        </p:nvSpPr>
        <p:spPr>
          <a:xfrm>
            <a:off x="2478024" y="2431792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e.g., Restaurant A</a:t>
            </a:r>
          </a:p>
        </p:txBody>
      </p:sp>
      <p:sp>
        <p:nvSpPr>
          <p:cNvPr id="46" name="Rounded Rectangle 26">
            <a:extLst>
              <a:ext uri="{FF2B5EF4-FFF2-40B4-BE49-F238E27FC236}">
                <a16:creationId xmlns:a16="http://schemas.microsoft.com/office/drawing/2014/main" id="{785A1EF7-168A-FFE4-D6A7-EEFC097E4531}"/>
              </a:ext>
            </a:extLst>
          </p:cNvPr>
          <p:cNvSpPr/>
          <p:nvPr/>
        </p:nvSpPr>
        <p:spPr>
          <a:xfrm>
            <a:off x="2393728" y="2916936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F3CA4A-59FF-4D47-E917-52E7007FEDD6}"/>
              </a:ext>
            </a:extLst>
          </p:cNvPr>
          <p:cNvSpPr txBox="1"/>
          <p:nvPr/>
        </p:nvSpPr>
        <p:spPr>
          <a:xfrm>
            <a:off x="6656070" y="2404333"/>
            <a:ext cx="1388176" cy="1923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29DA781-C1F1-0E8D-5089-C90F2733C13F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Search 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BB117353-7A88-D260-971D-DD24E05D09FB}"/>
              </a:ext>
            </a:extLst>
          </p:cNvPr>
          <p:cNvSpPr/>
          <p:nvPr/>
        </p:nvSpPr>
        <p:spPr>
          <a:xfrm>
            <a:off x="637032" y="1628059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15F6C-5578-A883-619A-835BEA7204C7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B0CA4-DB69-CEB4-4FCC-760CB2C085C4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910A7B-6B37-8690-9EC6-4D32AA963122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Restaurant Search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88B9F9F-53AF-5D66-FF1D-496460A3FB66}"/>
              </a:ext>
            </a:extLst>
          </p:cNvPr>
          <p:cNvSpPr/>
          <p:nvPr/>
        </p:nvSpPr>
        <p:spPr>
          <a:xfrm>
            <a:off x="2295144" y="595388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9E58AA-F96A-AFEE-D547-5C1BAD8C2256}"/>
              </a:ext>
            </a:extLst>
          </p:cNvPr>
          <p:cNvSpPr txBox="1"/>
          <p:nvPr/>
        </p:nvSpPr>
        <p:spPr>
          <a:xfrm>
            <a:off x="2423160" y="6091218"/>
            <a:ext cx="8284464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Result count and pagination / no-results message shown here as applicable.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A5A70C-027E-A7FF-D607-22405EB847BC}"/>
              </a:ext>
            </a:extLst>
          </p:cNvPr>
          <p:cNvSpPr txBox="1"/>
          <p:nvPr/>
        </p:nvSpPr>
        <p:spPr>
          <a:xfrm>
            <a:off x="6139243" y="2069471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</a:t>
            </a:r>
          </a:p>
        </p:txBody>
      </p:sp>
      <p:sp>
        <p:nvSpPr>
          <p:cNvPr id="130" name="Rounded Rectangle 23">
            <a:extLst>
              <a:ext uri="{FF2B5EF4-FFF2-40B4-BE49-F238E27FC236}">
                <a16:creationId xmlns:a16="http://schemas.microsoft.com/office/drawing/2014/main" id="{E30EB431-5CB7-599A-3703-B38A6707D108}"/>
              </a:ext>
            </a:extLst>
          </p:cNvPr>
          <p:cNvSpPr/>
          <p:nvPr/>
        </p:nvSpPr>
        <p:spPr>
          <a:xfrm>
            <a:off x="6153340" y="2285973"/>
            <a:ext cx="40955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8518111-66B3-AB9A-4CE9-F7AC6DC37391}"/>
              </a:ext>
            </a:extLst>
          </p:cNvPr>
          <p:cNvSpPr txBox="1"/>
          <p:nvPr/>
        </p:nvSpPr>
        <p:spPr>
          <a:xfrm>
            <a:off x="6270689" y="2404333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Any  ▾</a:t>
            </a:r>
          </a:p>
        </p:txBody>
      </p:sp>
      <p:sp>
        <p:nvSpPr>
          <p:cNvPr id="140" name="Rounded Rectangle 26">
            <a:extLst>
              <a:ext uri="{FF2B5EF4-FFF2-40B4-BE49-F238E27FC236}">
                <a16:creationId xmlns:a16="http://schemas.microsoft.com/office/drawing/2014/main" id="{2B999474-14AD-33F1-7176-D0BEA690E85B}"/>
              </a:ext>
            </a:extLst>
          </p:cNvPr>
          <p:cNvSpPr/>
          <p:nvPr/>
        </p:nvSpPr>
        <p:spPr>
          <a:xfrm>
            <a:off x="4219575" y="2915793"/>
            <a:ext cx="1685925" cy="39319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7C"/>
                </a:solidFill>
              </a:rPr>
              <a:t>Clear Filters</a:t>
            </a:r>
            <a:endParaRPr sz="1100" b="1" dirty="0">
              <a:solidFill>
                <a:srgbClr val="40537C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EBBC019-FFCF-015F-4457-7AA91B9C4AD3}"/>
              </a:ext>
            </a:extLst>
          </p:cNvPr>
          <p:cNvSpPr txBox="1"/>
          <p:nvPr/>
        </p:nvSpPr>
        <p:spPr>
          <a:xfrm>
            <a:off x="2377440" y="3657600"/>
            <a:ext cx="6711696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29323D"/>
                </a:solidFill>
                <a:latin typeface="Aptos"/>
              </a:defRPr>
            </a:pPr>
            <a:r>
              <a:rPr dirty="0"/>
              <a:t>MATCHING ESTABLISHMENTS  (sample rows)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99CA61A-8A81-A2CC-F7FF-BB3EAAF3E8A0}"/>
              </a:ext>
            </a:extLst>
          </p:cNvPr>
          <p:cNvSpPr/>
          <p:nvPr/>
        </p:nvSpPr>
        <p:spPr>
          <a:xfrm>
            <a:off x="2377440" y="4050791"/>
            <a:ext cx="866851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17F4EB-6920-7FDC-AE5B-1A0BC7DFF780}"/>
              </a:ext>
            </a:extLst>
          </p:cNvPr>
          <p:cNvSpPr txBox="1"/>
          <p:nvPr/>
        </p:nvSpPr>
        <p:spPr>
          <a:xfrm>
            <a:off x="2478024" y="4087368"/>
            <a:ext cx="2624328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Restaurant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6BDD361-0CD1-22A8-4329-CDD2CA56F219}"/>
              </a:ext>
            </a:extLst>
          </p:cNvPr>
          <p:cNvSpPr txBox="1"/>
          <p:nvPr/>
        </p:nvSpPr>
        <p:spPr>
          <a:xfrm>
            <a:off x="5239512" y="4087368"/>
            <a:ext cx="201168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Neighborhood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33C297B-19F6-4000-7525-19136D7C2FCA}"/>
              </a:ext>
            </a:extLst>
          </p:cNvPr>
          <p:cNvSpPr txBox="1"/>
          <p:nvPr/>
        </p:nvSpPr>
        <p:spPr>
          <a:xfrm>
            <a:off x="7388352" y="4087368"/>
            <a:ext cx="182880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Last action date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3C21976-51B6-D2A3-5FEB-F98F2155355C}"/>
              </a:ext>
            </a:extLst>
          </p:cNvPr>
          <p:cNvSpPr txBox="1"/>
          <p:nvPr/>
        </p:nvSpPr>
        <p:spPr>
          <a:xfrm>
            <a:off x="9354312" y="4087368"/>
            <a:ext cx="1655064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65A4032-955C-64FC-EC76-80063DA1C903}"/>
              </a:ext>
            </a:extLst>
          </p:cNvPr>
          <p:cNvSpPr/>
          <p:nvPr/>
        </p:nvSpPr>
        <p:spPr>
          <a:xfrm>
            <a:off x="2377440" y="4379976"/>
            <a:ext cx="8668512" cy="448056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E7278CA-41AF-04BC-0C47-79512AE7DC6A}"/>
              </a:ext>
            </a:extLst>
          </p:cNvPr>
          <p:cNvSpPr txBox="1"/>
          <p:nvPr/>
        </p:nvSpPr>
        <p:spPr>
          <a:xfrm>
            <a:off x="2478024" y="4407408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E963B3C-A6AF-ECA0-2DEC-FE3C257DEE57}"/>
              </a:ext>
            </a:extLst>
          </p:cNvPr>
          <p:cNvSpPr txBox="1"/>
          <p:nvPr/>
        </p:nvSpPr>
        <p:spPr>
          <a:xfrm>
            <a:off x="5239512" y="4407408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F3B6E0F-6F3B-0553-E023-4B4C274EFC8D}"/>
              </a:ext>
            </a:extLst>
          </p:cNvPr>
          <p:cNvSpPr txBox="1"/>
          <p:nvPr/>
        </p:nvSpPr>
        <p:spPr>
          <a:xfrm>
            <a:off x="7388352" y="4407408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45553F2-FBB6-DB41-C433-364DD54DAAE7}"/>
              </a:ext>
            </a:extLst>
          </p:cNvPr>
          <p:cNvSpPr txBox="1"/>
          <p:nvPr/>
        </p:nvSpPr>
        <p:spPr>
          <a:xfrm>
            <a:off x="9354312" y="4407408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98709F6-E750-D76A-6783-FA6CCAD840C2}"/>
              </a:ext>
            </a:extLst>
          </p:cNvPr>
          <p:cNvSpPr/>
          <p:nvPr/>
        </p:nvSpPr>
        <p:spPr>
          <a:xfrm>
            <a:off x="2377440" y="4828032"/>
            <a:ext cx="8668512" cy="448056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F11120A-2F01-D518-5608-3E28798FA8D7}"/>
              </a:ext>
            </a:extLst>
          </p:cNvPr>
          <p:cNvSpPr txBox="1"/>
          <p:nvPr/>
        </p:nvSpPr>
        <p:spPr>
          <a:xfrm>
            <a:off x="2478024" y="4855464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B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5282203-1B02-CBD1-5121-2BB4031E898B}"/>
              </a:ext>
            </a:extLst>
          </p:cNvPr>
          <p:cNvSpPr txBox="1"/>
          <p:nvPr/>
        </p:nvSpPr>
        <p:spPr>
          <a:xfrm>
            <a:off x="5239512" y="4855464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2900A85-A171-14F4-4C80-4ACE945622A8}"/>
              </a:ext>
            </a:extLst>
          </p:cNvPr>
          <p:cNvSpPr txBox="1"/>
          <p:nvPr/>
        </p:nvSpPr>
        <p:spPr>
          <a:xfrm>
            <a:off x="7388352" y="4855464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E03159F-D169-6389-7C59-EBB0E18F0D2E}"/>
              </a:ext>
            </a:extLst>
          </p:cNvPr>
          <p:cNvSpPr txBox="1"/>
          <p:nvPr/>
        </p:nvSpPr>
        <p:spPr>
          <a:xfrm>
            <a:off x="9354312" y="4855464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B105E26-0209-5989-AFC6-7D6901D4DD27}"/>
              </a:ext>
            </a:extLst>
          </p:cNvPr>
          <p:cNvSpPr/>
          <p:nvPr/>
        </p:nvSpPr>
        <p:spPr>
          <a:xfrm>
            <a:off x="2377440" y="5276088"/>
            <a:ext cx="8668512" cy="448056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AFE5E96-C193-711A-C7CE-4BBE5C0CF4BB}"/>
              </a:ext>
            </a:extLst>
          </p:cNvPr>
          <p:cNvSpPr txBox="1"/>
          <p:nvPr/>
        </p:nvSpPr>
        <p:spPr>
          <a:xfrm>
            <a:off x="2478024" y="5303520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C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321CA1B-2BF0-29F2-93CD-AA58629A7FA5}"/>
              </a:ext>
            </a:extLst>
          </p:cNvPr>
          <p:cNvSpPr txBox="1"/>
          <p:nvPr/>
        </p:nvSpPr>
        <p:spPr>
          <a:xfrm>
            <a:off x="5239512" y="5303520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E67E501-22AF-D820-86F8-4560B8EA19F8}"/>
              </a:ext>
            </a:extLst>
          </p:cNvPr>
          <p:cNvSpPr txBox="1"/>
          <p:nvPr/>
        </p:nvSpPr>
        <p:spPr>
          <a:xfrm>
            <a:off x="7388352" y="5303520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CDA8958-19E8-78C3-D805-45D95CFF3B96}"/>
              </a:ext>
            </a:extLst>
          </p:cNvPr>
          <p:cNvSpPr txBox="1"/>
          <p:nvPr/>
        </p:nvSpPr>
        <p:spPr>
          <a:xfrm>
            <a:off x="9354312" y="5303520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B699D9E-EE3A-9342-50A5-8B8CACD7C10F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270974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1AC6-86EC-D68D-BBA4-DCFF8DDE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52925552-E13C-E020-B07C-46F04AAE0121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8B0909D2-9EDA-1445-8D6B-FB892C41541F}"/>
              </a:ext>
            </a:extLst>
          </p:cNvPr>
          <p:cNvSpPr/>
          <p:nvPr/>
        </p:nvSpPr>
        <p:spPr>
          <a:xfrm>
            <a:off x="457199" y="851153"/>
            <a:ext cx="11291697" cy="5640705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22">
            <a:extLst>
              <a:ext uri="{FF2B5EF4-FFF2-40B4-BE49-F238E27FC236}">
                <a16:creationId xmlns:a16="http://schemas.microsoft.com/office/drawing/2014/main" id="{BBBFC136-3D54-ED77-AF16-523872EFCF09}"/>
              </a:ext>
            </a:extLst>
          </p:cNvPr>
          <p:cNvSpPr/>
          <p:nvPr/>
        </p:nvSpPr>
        <p:spPr>
          <a:xfrm>
            <a:off x="8132099" y="3265948"/>
            <a:ext cx="3468343" cy="270323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C8007-17F9-2BB6-3D06-00B17E8051E6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C1A598-5A8A-5339-B242-EB3BA40E087F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C396D-DBCB-AAFF-ED18-4CCF1E7021A6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233D5-B5C1-72EB-0D53-9CA539C8CC7B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6C7F00-246E-0176-F2A6-4DCB7D90BF31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F2056A-045D-AC79-D61E-8B3BAD8DD054}"/>
              </a:ext>
            </a:extLst>
          </p:cNvPr>
          <p:cNvSpPr txBox="1"/>
          <p:nvPr/>
        </p:nvSpPr>
        <p:spPr>
          <a:xfrm>
            <a:off x="2295144" y="1264826"/>
            <a:ext cx="8046720" cy="28469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7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Restaurant A — inspection details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090048-16E4-C615-9355-6C1AE6EECE90}"/>
              </a:ext>
            </a:extLst>
          </p:cNvPr>
          <p:cNvSpPr txBox="1"/>
          <p:nvPr/>
        </p:nvSpPr>
        <p:spPr>
          <a:xfrm>
            <a:off x="6656070" y="2404333"/>
            <a:ext cx="1388176" cy="1923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D8886FB-9D38-5682-CAFA-422785059054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Details 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043038B2-BB1C-8F94-CFD9-129035669EBD}"/>
              </a:ext>
            </a:extLst>
          </p:cNvPr>
          <p:cNvSpPr/>
          <p:nvPr/>
        </p:nvSpPr>
        <p:spPr>
          <a:xfrm>
            <a:off x="637032" y="1628059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F38550-F74B-BD9D-BF58-DA7CDCBDF1F5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42B8C-C82A-5404-AAA9-B23B99A33A3F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B15B7F-5BFE-EA72-CCC5-E5A60CBF7862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Restaurant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291B9-37F9-A951-184A-5190BDC16B05}"/>
              </a:ext>
            </a:extLst>
          </p:cNvPr>
          <p:cNvSpPr txBox="1"/>
          <p:nvPr/>
        </p:nvSpPr>
        <p:spPr>
          <a:xfrm>
            <a:off x="2295144" y="889922"/>
            <a:ext cx="4133087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4D627B"/>
                </a:solidFill>
                <a:latin typeface="Aptos"/>
              </a:defRPr>
            </a:pPr>
            <a:r>
              <a:rPr dirty="0"/>
              <a:t>← Back to restaurant search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792338FA-4B58-0720-7B00-213DD00E3C94}"/>
              </a:ext>
            </a:extLst>
          </p:cNvPr>
          <p:cNvSpPr/>
          <p:nvPr/>
        </p:nvSpPr>
        <p:spPr>
          <a:xfrm>
            <a:off x="2295145" y="1616513"/>
            <a:ext cx="5739958" cy="140922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28D44-9E64-ED8C-F89A-0BF5E2891FB7}"/>
              </a:ext>
            </a:extLst>
          </p:cNvPr>
          <p:cNvSpPr txBox="1"/>
          <p:nvPr/>
        </p:nvSpPr>
        <p:spPr>
          <a:xfrm>
            <a:off x="2434186" y="1745629"/>
            <a:ext cx="2788920" cy="21031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60" b="1">
                <a:solidFill>
                  <a:srgbClr val="29323D"/>
                </a:solidFill>
                <a:latin typeface="Aptos"/>
              </a:defRPr>
            </a:pPr>
            <a:r>
              <a:rPr dirty="0"/>
              <a:t>Name: Restaurant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A025F-20A5-CB74-9187-2BB271FA7746}"/>
              </a:ext>
            </a:extLst>
          </p:cNvPr>
          <p:cNvSpPr txBox="1"/>
          <p:nvPr/>
        </p:nvSpPr>
        <p:spPr>
          <a:xfrm>
            <a:off x="2404872" y="2029725"/>
            <a:ext cx="2202628" cy="65710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dirty="0"/>
              <a:t>Address</a:t>
            </a:r>
            <a:r>
              <a:rPr lang="en-US" dirty="0"/>
              <a:t>: </a:t>
            </a:r>
            <a:r>
              <a:rPr dirty="0"/>
              <a:t>[from API]</a:t>
            </a:r>
            <a:endParaRPr lang="en-US" dirty="0"/>
          </a:p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endParaRPr lang="en-AE" dirty="0"/>
          </a:p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Neighborhood: [from API]</a:t>
            </a:r>
          </a:p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endParaRPr dirty="0"/>
          </a:p>
        </p:txBody>
      </p:sp>
      <p:sp>
        <p:nvSpPr>
          <p:cNvPr id="65" name="Rounded Rectangle 42">
            <a:extLst>
              <a:ext uri="{FF2B5EF4-FFF2-40B4-BE49-F238E27FC236}">
                <a16:creationId xmlns:a16="http://schemas.microsoft.com/office/drawing/2014/main" id="{4E148758-CCEB-4CF8-B12F-39798759EE98}"/>
              </a:ext>
            </a:extLst>
          </p:cNvPr>
          <p:cNvSpPr/>
          <p:nvPr/>
        </p:nvSpPr>
        <p:spPr>
          <a:xfrm>
            <a:off x="2241025" y="4716477"/>
            <a:ext cx="4046982" cy="13468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B8E304-B9D4-8E53-7653-51963183834D}"/>
              </a:ext>
            </a:extLst>
          </p:cNvPr>
          <p:cNvSpPr txBox="1"/>
          <p:nvPr/>
        </p:nvSpPr>
        <p:spPr>
          <a:xfrm>
            <a:off x="2401146" y="4851472"/>
            <a:ext cx="3501614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dirty="0"/>
              <a:t>SELECTED INSPECTION — </a:t>
            </a:r>
            <a:r>
              <a:rPr lang="en-US" dirty="0"/>
              <a:t>VIOLATIONS SUMMARY</a:t>
            </a:r>
            <a:endParaRPr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482362-C27B-1E86-306E-D98A577D911F}"/>
              </a:ext>
            </a:extLst>
          </p:cNvPr>
          <p:cNvSpPr txBox="1"/>
          <p:nvPr/>
        </p:nvSpPr>
        <p:spPr>
          <a:xfrm>
            <a:off x="2360761" y="5170192"/>
            <a:ext cx="3731514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dirty="0"/>
              <a:t>[</a:t>
            </a:r>
            <a:r>
              <a:rPr lang="en-US" dirty="0" err="1"/>
              <a:t>Violation</a:t>
            </a:r>
            <a:r>
              <a:rPr dirty="0" err="1"/>
              <a:t>code</a:t>
            </a:r>
            <a:r>
              <a:rPr dirty="0"/>
              <a:t>]   [Violation </a:t>
            </a:r>
            <a:r>
              <a:rPr lang="en-US" dirty="0"/>
              <a:t>status / </a:t>
            </a:r>
            <a:r>
              <a:rPr dirty="0"/>
              <a:t>description / comments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349453-CC66-1086-1890-1C93B8131A3D}"/>
              </a:ext>
            </a:extLst>
          </p:cNvPr>
          <p:cNvSpPr txBox="1"/>
          <p:nvPr/>
        </p:nvSpPr>
        <p:spPr>
          <a:xfrm>
            <a:off x="2465154" y="5640666"/>
            <a:ext cx="3627120" cy="16312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10" b="0">
                <a:solidFill>
                  <a:srgbClr val="606A75"/>
                </a:solidFill>
                <a:latin typeface="Aptos"/>
              </a:defRPr>
            </a:pPr>
            <a:r>
              <a:t>If no violation details exist, show an informative empty state.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58DDA8-A198-4C3C-EC81-C506462D98EB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17C79-28A6-EF0B-1996-32D3B5978ECA}"/>
              </a:ext>
            </a:extLst>
          </p:cNvPr>
          <p:cNvSpPr txBox="1"/>
          <p:nvPr/>
        </p:nvSpPr>
        <p:spPr>
          <a:xfrm>
            <a:off x="2274744" y="3092580"/>
            <a:ext cx="5606484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dirty="0"/>
              <a:t>INSPECTION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37B98-42EA-6FDE-971E-B8C2303E9EA8}"/>
              </a:ext>
            </a:extLst>
          </p:cNvPr>
          <p:cNvSpPr/>
          <p:nvPr/>
        </p:nvSpPr>
        <p:spPr>
          <a:xfrm>
            <a:off x="2274744" y="3381509"/>
            <a:ext cx="5739958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13704-D3D7-41FA-7E17-0DBAD17DCBA1}"/>
              </a:ext>
            </a:extLst>
          </p:cNvPr>
          <p:cNvSpPr txBox="1"/>
          <p:nvPr/>
        </p:nvSpPr>
        <p:spPr>
          <a:xfrm>
            <a:off x="2375328" y="3456890"/>
            <a:ext cx="912069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Inspection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C78B4-E03D-312F-ADF5-0621C76F4D6D}"/>
              </a:ext>
            </a:extLst>
          </p:cNvPr>
          <p:cNvSpPr txBox="1"/>
          <p:nvPr/>
        </p:nvSpPr>
        <p:spPr>
          <a:xfrm>
            <a:off x="3430978" y="3475778"/>
            <a:ext cx="807720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Action 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F9DCE-34FC-306C-81D5-6341F2E84BDE}"/>
              </a:ext>
            </a:extLst>
          </p:cNvPr>
          <p:cNvSpPr txBox="1"/>
          <p:nvPr/>
        </p:nvSpPr>
        <p:spPr>
          <a:xfrm>
            <a:off x="4519114" y="3493008"/>
            <a:ext cx="912069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Type / subtype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A32D8-9BC3-F23A-C96D-5EE73D589C14}"/>
              </a:ext>
            </a:extLst>
          </p:cNvPr>
          <p:cNvSpPr txBox="1"/>
          <p:nvPr/>
        </p:nvSpPr>
        <p:spPr>
          <a:xfrm>
            <a:off x="5848882" y="3439487"/>
            <a:ext cx="1261872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Source action status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1DC5AA-C28F-94D2-042A-101725515E7E}"/>
              </a:ext>
            </a:extLst>
          </p:cNvPr>
          <p:cNvSpPr/>
          <p:nvPr/>
        </p:nvSpPr>
        <p:spPr>
          <a:xfrm>
            <a:off x="2274744" y="3710693"/>
            <a:ext cx="5739958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77FD26-4300-AA40-EEC1-004285CADB3E}"/>
              </a:ext>
            </a:extLst>
          </p:cNvPr>
          <p:cNvSpPr txBox="1"/>
          <p:nvPr/>
        </p:nvSpPr>
        <p:spPr>
          <a:xfrm>
            <a:off x="2375328" y="3820342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[Source ID 1]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DE701A-7896-95B3-F2D1-0754C2DD7F42}"/>
              </a:ext>
            </a:extLst>
          </p:cNvPr>
          <p:cNvSpPr txBox="1"/>
          <p:nvPr/>
        </p:nvSpPr>
        <p:spPr>
          <a:xfrm>
            <a:off x="3430978" y="3839230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MM/DD/YYYY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2A2FB2-AA3A-B74E-0515-D8B4E841DB5B}"/>
              </a:ext>
            </a:extLst>
          </p:cNvPr>
          <p:cNvSpPr txBox="1"/>
          <p:nvPr/>
        </p:nvSpPr>
        <p:spPr>
          <a:xfrm>
            <a:off x="4519114" y="3856460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Routine / ...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47AC4F-4A07-95EA-AFAD-62D3E791546C}"/>
              </a:ext>
            </a:extLst>
          </p:cNvPr>
          <p:cNvSpPr txBox="1"/>
          <p:nvPr/>
        </p:nvSpPr>
        <p:spPr>
          <a:xfrm>
            <a:off x="5848882" y="3802939"/>
            <a:ext cx="1261872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[Status from API]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4908A2-AC23-BE55-B410-0ECB6F1CCDAC}"/>
              </a:ext>
            </a:extLst>
          </p:cNvPr>
          <p:cNvSpPr/>
          <p:nvPr/>
        </p:nvSpPr>
        <p:spPr>
          <a:xfrm>
            <a:off x="2274744" y="4103885"/>
            <a:ext cx="5739958" cy="393192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5ABB28-182B-CD25-F424-5F581DAD5F3B}"/>
              </a:ext>
            </a:extLst>
          </p:cNvPr>
          <p:cNvSpPr txBox="1"/>
          <p:nvPr/>
        </p:nvSpPr>
        <p:spPr>
          <a:xfrm>
            <a:off x="2375328" y="4213534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[Source ID 2]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CC617A-CA0C-2E39-37A9-95A19A5F4B80}"/>
              </a:ext>
            </a:extLst>
          </p:cNvPr>
          <p:cNvSpPr txBox="1"/>
          <p:nvPr/>
        </p:nvSpPr>
        <p:spPr>
          <a:xfrm>
            <a:off x="3430978" y="4232422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MM/DD/YYYY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19DA7C-08EA-F47D-E9A9-A700BE528F15}"/>
              </a:ext>
            </a:extLst>
          </p:cNvPr>
          <p:cNvSpPr txBox="1"/>
          <p:nvPr/>
        </p:nvSpPr>
        <p:spPr>
          <a:xfrm>
            <a:off x="4519114" y="4249652"/>
            <a:ext cx="91206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Follow-up / ...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0B372A-BC2C-3439-09A1-A3F40612D9C8}"/>
              </a:ext>
            </a:extLst>
          </p:cNvPr>
          <p:cNvSpPr txBox="1"/>
          <p:nvPr/>
        </p:nvSpPr>
        <p:spPr>
          <a:xfrm>
            <a:off x="5848882" y="4196131"/>
            <a:ext cx="1091184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[Status from API]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04B53-460C-0591-F2C8-373088B03046}"/>
              </a:ext>
            </a:extLst>
          </p:cNvPr>
          <p:cNvSpPr/>
          <p:nvPr/>
        </p:nvSpPr>
        <p:spPr>
          <a:xfrm>
            <a:off x="2178603" y="6197708"/>
            <a:ext cx="8714232" cy="228601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CB91B0-2F33-6AD8-0496-8731DC5B1DDB}"/>
              </a:ext>
            </a:extLst>
          </p:cNvPr>
          <p:cNvSpPr txBox="1"/>
          <p:nvPr/>
        </p:nvSpPr>
        <p:spPr>
          <a:xfrm>
            <a:off x="2306619" y="6197881"/>
            <a:ext cx="8284464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AE" sz="900" dirty="0">
                <a:solidFill>
                  <a:srgbClr val="606A75"/>
                </a:solidFill>
                <a:latin typeface="Aptos"/>
              </a:rPr>
              <a:t>Inspection selection and violation details page will be further developed during implementation.</a:t>
            </a:r>
            <a:endParaRPr lang="en-US" dirty="0"/>
          </a:p>
        </p:txBody>
      </p:sp>
      <p:sp>
        <p:nvSpPr>
          <p:cNvPr id="52" name="Rounded Rectangle 22">
            <a:extLst>
              <a:ext uri="{FF2B5EF4-FFF2-40B4-BE49-F238E27FC236}">
                <a16:creationId xmlns:a16="http://schemas.microsoft.com/office/drawing/2014/main" id="{AF292159-D8EC-1B55-3A02-03DB2CD8A741}"/>
              </a:ext>
            </a:extLst>
          </p:cNvPr>
          <p:cNvSpPr/>
          <p:nvPr/>
        </p:nvSpPr>
        <p:spPr>
          <a:xfrm>
            <a:off x="8174143" y="1624061"/>
            <a:ext cx="3453081" cy="1360573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F224FD-835E-201C-CAA6-44A3457AC32D}"/>
              </a:ext>
            </a:extLst>
          </p:cNvPr>
          <p:cNvSpPr txBox="1"/>
          <p:nvPr/>
        </p:nvSpPr>
        <p:spPr>
          <a:xfrm>
            <a:off x="8331837" y="1666057"/>
            <a:ext cx="2851953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Understanding Inspections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35340-E913-4730-000C-71E0D276AC6D}"/>
              </a:ext>
            </a:extLst>
          </p:cNvPr>
          <p:cNvSpPr txBox="1"/>
          <p:nvPr/>
        </p:nvSpPr>
        <p:spPr>
          <a:xfrm>
            <a:off x="8339372" y="1914418"/>
            <a:ext cx="3114966" cy="863215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Routine Inspection = general unannounced inspection of a food establishment. It checks for compliance with food safety regulations.</a:t>
            </a:r>
          </a:p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endParaRPr lang="en-US" sz="600" dirty="0"/>
          </a:p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i="1" dirty="0"/>
              <a:t>[Link to official city food inspection guidance]</a:t>
            </a:r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B87805-7085-F6A7-7021-DC56A76DA206}"/>
              </a:ext>
            </a:extLst>
          </p:cNvPr>
          <p:cNvSpPr txBox="1"/>
          <p:nvPr/>
        </p:nvSpPr>
        <p:spPr>
          <a:xfrm>
            <a:off x="8329200" y="3397691"/>
            <a:ext cx="2851953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Community Pulse</a:t>
            </a:r>
            <a:endParaRPr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3916A-97AE-DB20-CAD5-ADDA9D38C210}"/>
              </a:ext>
            </a:extLst>
          </p:cNvPr>
          <p:cNvSpPr txBox="1"/>
          <p:nvPr/>
        </p:nvSpPr>
        <p:spPr>
          <a:xfrm>
            <a:off x="8329200" y="3583247"/>
            <a:ext cx="3114966" cy="376273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Help us understand what information about inspections would be most helpful to you.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91247A-766E-6808-3E9F-1C4409AC7ED8}"/>
              </a:ext>
            </a:extLst>
          </p:cNvPr>
          <p:cNvSpPr txBox="1"/>
          <p:nvPr/>
        </p:nvSpPr>
        <p:spPr>
          <a:xfrm>
            <a:off x="8343910" y="4007570"/>
            <a:ext cx="3100256" cy="315471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What inspection information would you most like help understanding?</a:t>
            </a:r>
            <a:endParaRPr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8015A0-3527-7DDB-148B-1B1EEB197267}"/>
              </a:ext>
            </a:extLst>
          </p:cNvPr>
          <p:cNvSpPr txBox="1"/>
          <p:nvPr/>
        </p:nvSpPr>
        <p:spPr>
          <a:xfrm>
            <a:off x="8520844" y="4379557"/>
            <a:ext cx="2986517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Inspection planning</a:t>
            </a: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72E4E405-9F67-F848-9A3E-BFA13C3EA906}"/>
              </a:ext>
            </a:extLst>
          </p:cNvPr>
          <p:cNvSpPr/>
          <p:nvPr/>
        </p:nvSpPr>
        <p:spPr>
          <a:xfrm>
            <a:off x="8362707" y="4409959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669C6926-502C-D3EF-BAB3-B7238485B1E0}"/>
              </a:ext>
            </a:extLst>
          </p:cNvPr>
          <p:cNvSpPr/>
          <p:nvPr/>
        </p:nvSpPr>
        <p:spPr>
          <a:xfrm>
            <a:off x="8367298" y="4640893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3A58BC-B304-0E47-1297-012C91D7D786}"/>
              </a:ext>
            </a:extLst>
          </p:cNvPr>
          <p:cNvSpPr txBox="1"/>
          <p:nvPr/>
        </p:nvSpPr>
        <p:spPr>
          <a:xfrm>
            <a:off x="8531716" y="4610492"/>
            <a:ext cx="2986517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Inspection frequency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5AE8F5-67FF-FA7B-01B5-D3672033C0A2}"/>
              </a:ext>
            </a:extLst>
          </p:cNvPr>
          <p:cNvSpPr txBox="1"/>
          <p:nvPr/>
        </p:nvSpPr>
        <p:spPr>
          <a:xfrm>
            <a:off x="8518999" y="4871828"/>
            <a:ext cx="2986517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Inspection types</a:t>
            </a: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7D547B18-D9C4-A5DF-F35D-E02B6E00990C}"/>
              </a:ext>
            </a:extLst>
          </p:cNvPr>
          <p:cNvSpPr/>
          <p:nvPr/>
        </p:nvSpPr>
        <p:spPr>
          <a:xfrm>
            <a:off x="8362707" y="4902229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F2F73BC0-75A3-5DAB-D568-7BF30EF5C0F7}"/>
              </a:ext>
            </a:extLst>
          </p:cNvPr>
          <p:cNvSpPr/>
          <p:nvPr/>
        </p:nvSpPr>
        <p:spPr>
          <a:xfrm>
            <a:off x="8362707" y="5153726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144335-F51D-5251-E65D-5D4A56367807}"/>
              </a:ext>
            </a:extLst>
          </p:cNvPr>
          <p:cNvSpPr txBox="1"/>
          <p:nvPr/>
        </p:nvSpPr>
        <p:spPr>
          <a:xfrm>
            <a:off x="8518999" y="5133164"/>
            <a:ext cx="2986517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Violation severity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930781-ACEB-3A24-2550-8B534170785B}"/>
              </a:ext>
            </a:extLst>
          </p:cNvPr>
          <p:cNvSpPr txBox="1"/>
          <p:nvPr/>
        </p:nvSpPr>
        <p:spPr>
          <a:xfrm>
            <a:off x="9649882" y="5824340"/>
            <a:ext cx="1471727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lang="en-US" sz="900" i="1" dirty="0"/>
              <a:t>Proposed optional feature</a:t>
            </a:r>
            <a:endParaRPr sz="900" i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FAA9AF-4917-6908-1526-1F384C21F186}"/>
              </a:ext>
            </a:extLst>
          </p:cNvPr>
          <p:cNvSpPr txBox="1"/>
          <p:nvPr/>
        </p:nvSpPr>
        <p:spPr>
          <a:xfrm>
            <a:off x="8420977" y="2796594"/>
            <a:ext cx="2755049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lang="en-US" sz="900" i="1" dirty="0"/>
              <a:t>Proposed optional feature</a:t>
            </a:r>
            <a:endParaRPr sz="900" i="1" dirty="0"/>
          </a:p>
        </p:txBody>
      </p:sp>
      <p:sp>
        <p:nvSpPr>
          <p:cNvPr id="98" name="Rounded Rectangle 26">
            <a:extLst>
              <a:ext uri="{FF2B5EF4-FFF2-40B4-BE49-F238E27FC236}">
                <a16:creationId xmlns:a16="http://schemas.microsoft.com/office/drawing/2014/main" id="{3EC029BD-F220-5FD6-A97F-80A2858B4CDC}"/>
              </a:ext>
            </a:extLst>
          </p:cNvPr>
          <p:cNvSpPr/>
          <p:nvPr/>
        </p:nvSpPr>
        <p:spPr>
          <a:xfrm>
            <a:off x="8516185" y="5356148"/>
            <a:ext cx="1282316" cy="174150"/>
          </a:xfrm>
          <a:prstGeom prst="roundRect">
            <a:avLst>
              <a:gd name="adj" fmla="val 12000"/>
            </a:avLst>
          </a:prstGeom>
          <a:solidFill>
            <a:schemeClr val="accent4">
              <a:lumMod val="50000"/>
            </a:schemeClr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Submit</a:t>
            </a:r>
            <a:r>
              <a:rPr lang="en-US" sz="1050" dirty="0">
                <a:solidFill>
                  <a:schemeClr val="bg1"/>
                </a:solidFill>
              </a:rPr>
              <a:t> response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00" name="Rounded Rectangle 26">
            <a:extLst>
              <a:ext uri="{FF2B5EF4-FFF2-40B4-BE49-F238E27FC236}">
                <a16:creationId xmlns:a16="http://schemas.microsoft.com/office/drawing/2014/main" id="{E736C772-2C11-0CDB-4FC2-38D01EEF9A68}"/>
              </a:ext>
            </a:extLst>
          </p:cNvPr>
          <p:cNvSpPr/>
          <p:nvPr/>
        </p:nvSpPr>
        <p:spPr>
          <a:xfrm>
            <a:off x="8515957" y="5586275"/>
            <a:ext cx="2478437" cy="18000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View Community Results</a:t>
            </a:r>
            <a:endParaRPr sz="105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53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2E909A-7A80-EA5B-1B6E-8560F96300C4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3231D-C0F3-DE8F-E26E-B3FD8C615571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t>Cincy Food Safety Watch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22CA2F-F2BF-83A5-0C54-EC89526E1372}"/>
              </a:ext>
            </a:extLst>
          </p:cNvPr>
          <p:cNvSpPr/>
          <p:nvPr/>
        </p:nvSpPr>
        <p:spPr>
          <a:xfrm>
            <a:off x="469392" y="841629"/>
            <a:ext cx="1554480" cy="5595747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04F5C1-7D74-E0C2-C75F-89F755E2271C}"/>
              </a:ext>
            </a:extLst>
          </p:cNvPr>
          <p:cNvSpPr txBox="1"/>
          <p:nvPr/>
        </p:nvSpPr>
        <p:spPr>
          <a:xfrm>
            <a:off x="740664" y="132664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0F47CE-55D8-CFA4-1B2A-B509D20F9B79}"/>
              </a:ext>
            </a:extLst>
          </p:cNvPr>
          <p:cNvSpPr txBox="1"/>
          <p:nvPr/>
        </p:nvSpPr>
        <p:spPr>
          <a:xfrm>
            <a:off x="740664" y="1687449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B004EB-490E-208E-C210-7CB6FD748203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95D1E-9186-888B-D359-FFEB7FADA24A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AEF9EC-576C-0BB7-04EC-CA9CB2AB0F94}"/>
              </a:ext>
            </a:extLst>
          </p:cNvPr>
          <p:cNvSpPr txBox="1"/>
          <p:nvPr/>
        </p:nvSpPr>
        <p:spPr>
          <a:xfrm>
            <a:off x="2295144" y="1160526"/>
            <a:ext cx="8046720" cy="3657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t>Explore food-related 311 requests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70C165-710C-EC1C-F2E0-24F7F21A02DF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AE" sz="1030" dirty="0">
                <a:solidFill>
                  <a:srgbClr val="606A75"/>
                </a:solidFill>
                <a:latin typeface="Aptos"/>
              </a:rPr>
              <a:t>View food-related city service requests by </a:t>
            </a:r>
            <a:r>
              <a:rPr lang="en-AE" sz="1030" dirty="0" err="1">
                <a:solidFill>
                  <a:srgbClr val="606A75"/>
                </a:solidFill>
                <a:latin typeface="Aptos"/>
              </a:rPr>
              <a:t>neighborhood</a:t>
            </a:r>
            <a:r>
              <a:rPr lang="en-AE" sz="1030" dirty="0">
                <a:solidFill>
                  <a:srgbClr val="606A75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B1C4A3-D1DE-F729-3F48-F70858F4376A}"/>
              </a:ext>
            </a:extLst>
          </p:cNvPr>
          <p:cNvSpPr txBox="1"/>
          <p:nvPr/>
        </p:nvSpPr>
        <p:spPr>
          <a:xfrm>
            <a:off x="2346578" y="2084832"/>
            <a:ext cx="2880360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dirty="0"/>
              <a:t>REQUEST TYPE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71D30337-AC8A-4CA8-6938-D20BC007F395}"/>
              </a:ext>
            </a:extLst>
          </p:cNvPr>
          <p:cNvSpPr/>
          <p:nvPr/>
        </p:nvSpPr>
        <p:spPr>
          <a:xfrm>
            <a:off x="2360676" y="2313432"/>
            <a:ext cx="28803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FFF286-4695-0F53-EFCE-E514B8C3B113}"/>
              </a:ext>
            </a:extLst>
          </p:cNvPr>
          <p:cNvSpPr txBox="1"/>
          <p:nvPr/>
        </p:nvSpPr>
        <p:spPr>
          <a:xfrm>
            <a:off x="2478024" y="2332101"/>
            <a:ext cx="2697479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t>Food-related categories  ▾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EA11B2-8F7E-94A4-82E7-01D67B334C23}"/>
              </a:ext>
            </a:extLst>
          </p:cNvPr>
          <p:cNvSpPr txBox="1"/>
          <p:nvPr/>
        </p:nvSpPr>
        <p:spPr>
          <a:xfrm>
            <a:off x="5449824" y="2084832"/>
            <a:ext cx="2743200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</a:t>
            </a:r>
          </a:p>
        </p:txBody>
      </p:sp>
      <p:sp>
        <p:nvSpPr>
          <p:cNvPr id="46" name="Rounded Rectangle 26">
            <a:extLst>
              <a:ext uri="{FF2B5EF4-FFF2-40B4-BE49-F238E27FC236}">
                <a16:creationId xmlns:a16="http://schemas.microsoft.com/office/drawing/2014/main" id="{02EAEC68-87B8-AA38-6DF0-9C5C00B29EFC}"/>
              </a:ext>
            </a:extLst>
          </p:cNvPr>
          <p:cNvSpPr/>
          <p:nvPr/>
        </p:nvSpPr>
        <p:spPr>
          <a:xfrm>
            <a:off x="5427726" y="2313432"/>
            <a:ext cx="274320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73DEAE-B4DB-4D8C-C6B4-13F89936383C}"/>
              </a:ext>
            </a:extLst>
          </p:cNvPr>
          <p:cNvSpPr txBox="1"/>
          <p:nvPr/>
        </p:nvSpPr>
        <p:spPr>
          <a:xfrm>
            <a:off x="5463922" y="2276856"/>
            <a:ext cx="256032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t>Any  ▾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2AD4D2-7A5C-2F4D-FA87-5AA85294E347}"/>
              </a:ext>
            </a:extLst>
          </p:cNvPr>
          <p:cNvSpPr txBox="1"/>
          <p:nvPr/>
        </p:nvSpPr>
        <p:spPr>
          <a:xfrm>
            <a:off x="2414016" y="3136392"/>
            <a:ext cx="1682495" cy="3749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Filter requests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4BA614-956D-802D-B891-B4DACD283F51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dirty="0"/>
              <a:t>311 Requests  |  mockup</a:t>
            </a:r>
          </a:p>
        </p:txBody>
      </p:sp>
      <p:sp>
        <p:nvSpPr>
          <p:cNvPr id="121" name="Rounded Rectangle 12">
            <a:extLst>
              <a:ext uri="{FF2B5EF4-FFF2-40B4-BE49-F238E27FC236}">
                <a16:creationId xmlns:a16="http://schemas.microsoft.com/office/drawing/2014/main" id="{92CDE531-E01D-8846-45B9-FA699DE72FA9}"/>
              </a:ext>
            </a:extLst>
          </p:cNvPr>
          <p:cNvSpPr/>
          <p:nvPr/>
        </p:nvSpPr>
        <p:spPr>
          <a:xfrm>
            <a:off x="667512" y="2056067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14431-FD09-F51E-18D9-9E7A7BFBC27F}"/>
              </a:ext>
            </a:extLst>
          </p:cNvPr>
          <p:cNvSpPr txBox="1"/>
          <p:nvPr/>
        </p:nvSpPr>
        <p:spPr>
          <a:xfrm>
            <a:off x="740664" y="2099691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1">
                <a:solidFill>
                  <a:srgbClr val="4D627B"/>
                </a:solidFill>
                <a:latin typeface="Aptos"/>
              </a:defRPr>
            </a:pPr>
            <a:r>
              <a:rPr dirty="0"/>
              <a:t>311 Requests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C052E7-386D-B828-4C90-E8E4173D1554}"/>
              </a:ext>
            </a:extLst>
          </p:cNvPr>
          <p:cNvSpPr/>
          <p:nvPr/>
        </p:nvSpPr>
        <p:spPr>
          <a:xfrm>
            <a:off x="2295144" y="592464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3D807A-D819-226B-7847-BE6A39728F93}"/>
              </a:ext>
            </a:extLst>
          </p:cNvPr>
          <p:cNvSpPr txBox="1"/>
          <p:nvPr/>
        </p:nvSpPr>
        <p:spPr>
          <a:xfrm>
            <a:off x="2471166" y="5998283"/>
            <a:ext cx="8220456" cy="26517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606A75"/>
                </a:solidFill>
                <a:latin typeface="Aptos"/>
              </a:defRPr>
            </a:pPr>
            <a:r>
              <a:rPr dirty="0"/>
              <a:t>311 requests are public reports; they are not confirmed food-safety violations.</a:t>
            </a:r>
          </a:p>
        </p:txBody>
      </p:sp>
      <p:sp>
        <p:nvSpPr>
          <p:cNvPr id="125" name="Rounded Rectangle 26">
            <a:extLst>
              <a:ext uri="{FF2B5EF4-FFF2-40B4-BE49-F238E27FC236}">
                <a16:creationId xmlns:a16="http://schemas.microsoft.com/office/drawing/2014/main" id="{6CD98407-299B-BBD1-ED04-C40E9780697B}"/>
              </a:ext>
            </a:extLst>
          </p:cNvPr>
          <p:cNvSpPr/>
          <p:nvPr/>
        </p:nvSpPr>
        <p:spPr>
          <a:xfrm>
            <a:off x="2346578" y="2839212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Filter requests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873C779-2D9A-D960-441B-BF7608AC6D2E}"/>
              </a:ext>
            </a:extLst>
          </p:cNvPr>
          <p:cNvSpPr txBox="1"/>
          <p:nvPr/>
        </p:nvSpPr>
        <p:spPr>
          <a:xfrm>
            <a:off x="2295144" y="3382863"/>
            <a:ext cx="731520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29323D"/>
                </a:solidFill>
                <a:latin typeface="Aptos"/>
              </a:defRPr>
            </a:pPr>
            <a:r>
              <a:rPr dirty="0"/>
              <a:t>311 REQUESTS  (sample rows)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F3AE225-23B2-804A-D2CD-032022AF8B89}"/>
              </a:ext>
            </a:extLst>
          </p:cNvPr>
          <p:cNvSpPr/>
          <p:nvPr/>
        </p:nvSpPr>
        <p:spPr>
          <a:xfrm>
            <a:off x="2295144" y="3721191"/>
            <a:ext cx="8659368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0FD0CBC-4C22-79E8-6145-3A921BEDEDC3}"/>
              </a:ext>
            </a:extLst>
          </p:cNvPr>
          <p:cNvSpPr txBox="1"/>
          <p:nvPr/>
        </p:nvSpPr>
        <p:spPr>
          <a:xfrm>
            <a:off x="2395728" y="3757767"/>
            <a:ext cx="15087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Request ID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96DE5AC-1654-F101-1A3E-4960FF8E78DC}"/>
              </a:ext>
            </a:extLst>
          </p:cNvPr>
          <p:cNvSpPr txBox="1"/>
          <p:nvPr/>
        </p:nvSpPr>
        <p:spPr>
          <a:xfrm>
            <a:off x="4041648" y="3757767"/>
            <a:ext cx="24231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Category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5227BF7-A3B7-6311-ECF1-472D35FC566D}"/>
              </a:ext>
            </a:extLst>
          </p:cNvPr>
          <p:cNvSpPr txBox="1"/>
          <p:nvPr/>
        </p:nvSpPr>
        <p:spPr>
          <a:xfrm>
            <a:off x="6601968" y="3757767"/>
            <a:ext cx="1764792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Neighborhood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B38A587-E7F4-9A0E-FD6C-A60895F78352}"/>
              </a:ext>
            </a:extLst>
          </p:cNvPr>
          <p:cNvSpPr txBox="1"/>
          <p:nvPr/>
        </p:nvSpPr>
        <p:spPr>
          <a:xfrm>
            <a:off x="8503920" y="3757767"/>
            <a:ext cx="12801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Created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750897E-7E2A-EC33-7B27-D20B7A2BD9B8}"/>
              </a:ext>
            </a:extLst>
          </p:cNvPr>
          <p:cNvSpPr txBox="1"/>
          <p:nvPr/>
        </p:nvSpPr>
        <p:spPr>
          <a:xfrm>
            <a:off x="9921240" y="3757767"/>
            <a:ext cx="996696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F0D1CB5-4193-5EC2-167C-AA1C8DCC4956}"/>
              </a:ext>
            </a:extLst>
          </p:cNvPr>
          <p:cNvSpPr/>
          <p:nvPr/>
        </p:nvSpPr>
        <p:spPr>
          <a:xfrm>
            <a:off x="2295144" y="4050375"/>
            <a:ext cx="8659368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4135E84-C526-D88B-355C-76B44838281C}"/>
              </a:ext>
            </a:extLst>
          </p:cNvPr>
          <p:cNvSpPr txBox="1"/>
          <p:nvPr/>
        </p:nvSpPr>
        <p:spPr>
          <a:xfrm>
            <a:off x="2395728" y="4077807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1]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96F120-1C3B-946E-2BCC-8AF6992F5F9A}"/>
              </a:ext>
            </a:extLst>
          </p:cNvPr>
          <p:cNvSpPr txBox="1"/>
          <p:nvPr/>
        </p:nvSpPr>
        <p:spPr>
          <a:xfrm>
            <a:off x="4041648" y="4077807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6471B55-C14C-4869-C703-EEBEB58E54DC}"/>
              </a:ext>
            </a:extLst>
          </p:cNvPr>
          <p:cNvSpPr txBox="1"/>
          <p:nvPr/>
        </p:nvSpPr>
        <p:spPr>
          <a:xfrm>
            <a:off x="6601968" y="4077807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C281078-B5B8-AA16-95FF-80DD352216EF}"/>
              </a:ext>
            </a:extLst>
          </p:cNvPr>
          <p:cNvSpPr txBox="1"/>
          <p:nvPr/>
        </p:nvSpPr>
        <p:spPr>
          <a:xfrm>
            <a:off x="8503920" y="4077807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D1CE5F9-716B-347F-F42B-9767487072A8}"/>
              </a:ext>
            </a:extLst>
          </p:cNvPr>
          <p:cNvSpPr txBox="1"/>
          <p:nvPr/>
        </p:nvSpPr>
        <p:spPr>
          <a:xfrm>
            <a:off x="9921240" y="4077807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073E698-7CF8-D9F5-CF1F-4CD5267AEB92}"/>
              </a:ext>
            </a:extLst>
          </p:cNvPr>
          <p:cNvSpPr/>
          <p:nvPr/>
        </p:nvSpPr>
        <p:spPr>
          <a:xfrm>
            <a:off x="2295144" y="4489287"/>
            <a:ext cx="8659368" cy="438912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D73FBAD-A059-BE64-A02F-02FF8C224357}"/>
              </a:ext>
            </a:extLst>
          </p:cNvPr>
          <p:cNvSpPr txBox="1"/>
          <p:nvPr/>
        </p:nvSpPr>
        <p:spPr>
          <a:xfrm>
            <a:off x="2395728" y="4516719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2]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4380DE0-C30A-1D22-7C69-C9EC1E737A5F}"/>
              </a:ext>
            </a:extLst>
          </p:cNvPr>
          <p:cNvSpPr txBox="1"/>
          <p:nvPr/>
        </p:nvSpPr>
        <p:spPr>
          <a:xfrm>
            <a:off x="4041648" y="4516719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B34ADEB-AC2A-B4FA-DCCA-E3D247AC0904}"/>
              </a:ext>
            </a:extLst>
          </p:cNvPr>
          <p:cNvSpPr txBox="1"/>
          <p:nvPr/>
        </p:nvSpPr>
        <p:spPr>
          <a:xfrm>
            <a:off x="6601968" y="4516719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2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750E356-35C5-5D81-5A65-7A462F1EDDB3}"/>
              </a:ext>
            </a:extLst>
          </p:cNvPr>
          <p:cNvSpPr txBox="1"/>
          <p:nvPr/>
        </p:nvSpPr>
        <p:spPr>
          <a:xfrm>
            <a:off x="8503920" y="4516719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8F31D0A-5AA9-5C80-B66F-A2BBEB0250AD}"/>
              </a:ext>
            </a:extLst>
          </p:cNvPr>
          <p:cNvSpPr txBox="1"/>
          <p:nvPr/>
        </p:nvSpPr>
        <p:spPr>
          <a:xfrm>
            <a:off x="9921240" y="4516719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08315C7-6086-A17E-F08B-14F82917B7CE}"/>
              </a:ext>
            </a:extLst>
          </p:cNvPr>
          <p:cNvSpPr/>
          <p:nvPr/>
        </p:nvSpPr>
        <p:spPr>
          <a:xfrm>
            <a:off x="2295144" y="4928199"/>
            <a:ext cx="8659368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7ADF76E-4F6D-0CC0-5B71-9C9E8F805F5B}"/>
              </a:ext>
            </a:extLst>
          </p:cNvPr>
          <p:cNvSpPr txBox="1"/>
          <p:nvPr/>
        </p:nvSpPr>
        <p:spPr>
          <a:xfrm>
            <a:off x="2395728" y="4955631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3]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6497427-C3BB-1DF1-C0A6-5D1265C8E3F4}"/>
              </a:ext>
            </a:extLst>
          </p:cNvPr>
          <p:cNvSpPr txBox="1"/>
          <p:nvPr/>
        </p:nvSpPr>
        <p:spPr>
          <a:xfrm>
            <a:off x="4041648" y="4955631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9BBD6AA-F643-62A2-47C4-36367C6D5581}"/>
              </a:ext>
            </a:extLst>
          </p:cNvPr>
          <p:cNvSpPr txBox="1"/>
          <p:nvPr/>
        </p:nvSpPr>
        <p:spPr>
          <a:xfrm>
            <a:off x="6601968" y="4955631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14812B0E-2E0E-C97B-E684-661438DED505}"/>
              </a:ext>
            </a:extLst>
          </p:cNvPr>
          <p:cNvSpPr txBox="1"/>
          <p:nvPr/>
        </p:nvSpPr>
        <p:spPr>
          <a:xfrm>
            <a:off x="8503920" y="4955631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4E5639DA-7484-A0E2-8977-48A16C069663}"/>
              </a:ext>
            </a:extLst>
          </p:cNvPr>
          <p:cNvSpPr txBox="1"/>
          <p:nvPr/>
        </p:nvSpPr>
        <p:spPr>
          <a:xfrm>
            <a:off x="9921240" y="4955631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98F5331-4A81-5189-CCE9-196CC9554DC0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364552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3EAD-60E3-902B-1B32-76063031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6A5A96-3083-E9D2-393E-876607A8FEDC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FC6CF-067B-DB3C-738F-BA549823439F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t>Cincy Food Safety Watch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2C9A98-91BA-0BF7-F0B7-041F12371DC3}"/>
              </a:ext>
            </a:extLst>
          </p:cNvPr>
          <p:cNvSpPr/>
          <p:nvPr/>
        </p:nvSpPr>
        <p:spPr>
          <a:xfrm>
            <a:off x="469392" y="841629"/>
            <a:ext cx="1554480" cy="5595747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19DC7-8C62-BF8F-3A75-308892FA65B6}"/>
              </a:ext>
            </a:extLst>
          </p:cNvPr>
          <p:cNvSpPr txBox="1"/>
          <p:nvPr/>
        </p:nvSpPr>
        <p:spPr>
          <a:xfrm>
            <a:off x="740664" y="132664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6868C4-FC25-49AE-C9D8-12E1B449D7D6}"/>
              </a:ext>
            </a:extLst>
          </p:cNvPr>
          <p:cNvSpPr txBox="1"/>
          <p:nvPr/>
        </p:nvSpPr>
        <p:spPr>
          <a:xfrm>
            <a:off x="740664" y="1687449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0C8B97-5B19-BEDF-5D7A-9EF91973BE7D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D26649-3A62-C5FC-FA9B-FFA3DC455650}"/>
              </a:ext>
            </a:extLst>
          </p:cNvPr>
          <p:cNvSpPr txBox="1"/>
          <p:nvPr/>
        </p:nvSpPr>
        <p:spPr>
          <a:xfrm>
            <a:off x="2295144" y="1145740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Compare neighborhoods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1D1B5B-85BE-67DF-39AD-A08397A7CC3C}"/>
              </a:ext>
            </a:extLst>
          </p:cNvPr>
          <p:cNvSpPr txBox="1"/>
          <p:nvPr/>
        </p:nvSpPr>
        <p:spPr>
          <a:xfrm>
            <a:off x="2309242" y="15121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AE" sz="1030" dirty="0">
                <a:solidFill>
                  <a:srgbClr val="606A75"/>
                </a:solidFill>
                <a:latin typeface="Aptos"/>
              </a:rPr>
              <a:t>Compare available inspection and food-related 311 records across Cincinnati </a:t>
            </a:r>
            <a:r>
              <a:rPr lang="en-AE" sz="1030" dirty="0" err="1">
                <a:solidFill>
                  <a:srgbClr val="606A75"/>
                </a:solidFill>
                <a:latin typeface="Aptos"/>
              </a:rPr>
              <a:t>neighborhoods</a:t>
            </a:r>
            <a:r>
              <a:rPr lang="en-AE" sz="1030" dirty="0">
                <a:solidFill>
                  <a:srgbClr val="606A75"/>
                </a:solidFill>
                <a:latin typeface="Aptos"/>
              </a:rPr>
              <a:t>.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5B9FBD-E48D-C6E9-FE17-CE64AB86A22A}"/>
              </a:ext>
            </a:extLst>
          </p:cNvPr>
          <p:cNvSpPr txBox="1"/>
          <p:nvPr/>
        </p:nvSpPr>
        <p:spPr>
          <a:xfrm>
            <a:off x="2303526" y="1794288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</a:t>
            </a:r>
            <a:endParaRPr dirty="0"/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3793F550-EE3E-338E-DCE9-E5DD9DBBF7BC}"/>
              </a:ext>
            </a:extLst>
          </p:cNvPr>
          <p:cNvSpPr/>
          <p:nvPr/>
        </p:nvSpPr>
        <p:spPr>
          <a:xfrm>
            <a:off x="2317624" y="2010790"/>
            <a:ext cx="28803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73D87A-660F-A663-7484-DC315A56F2CB}"/>
              </a:ext>
            </a:extLst>
          </p:cNvPr>
          <p:cNvSpPr txBox="1"/>
          <p:nvPr/>
        </p:nvSpPr>
        <p:spPr>
          <a:xfrm>
            <a:off x="2434972" y="2129150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All neighborhoods  ▾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0B1A21-A82D-2E28-844E-F198ACD2DE5A}"/>
              </a:ext>
            </a:extLst>
          </p:cNvPr>
          <p:cNvSpPr txBox="1"/>
          <p:nvPr/>
        </p:nvSpPr>
        <p:spPr>
          <a:xfrm>
            <a:off x="2414016" y="3136392"/>
            <a:ext cx="1682495" cy="3749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Filter requests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44C0BB-8FEB-E166-DD65-B3C4600542FF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 Insights </a:t>
            </a:r>
            <a:r>
              <a:rPr dirty="0"/>
              <a:t>|  mockup</a:t>
            </a:r>
          </a:p>
        </p:txBody>
      </p:sp>
      <p:sp>
        <p:nvSpPr>
          <p:cNvPr id="121" name="Rounded Rectangle 12">
            <a:extLst>
              <a:ext uri="{FF2B5EF4-FFF2-40B4-BE49-F238E27FC236}">
                <a16:creationId xmlns:a16="http://schemas.microsoft.com/office/drawing/2014/main" id="{6A6A604D-8098-5DA6-4359-FBB9368A4308}"/>
              </a:ext>
            </a:extLst>
          </p:cNvPr>
          <p:cNvSpPr/>
          <p:nvPr/>
        </p:nvSpPr>
        <p:spPr>
          <a:xfrm>
            <a:off x="667512" y="2498233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E8D493-2E14-A242-6208-1C1D0A4F0F8D}"/>
              </a:ext>
            </a:extLst>
          </p:cNvPr>
          <p:cNvSpPr txBox="1"/>
          <p:nvPr/>
        </p:nvSpPr>
        <p:spPr>
          <a:xfrm>
            <a:off x="740664" y="2538426"/>
            <a:ext cx="1133856" cy="31239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Neighborhood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DE86A-4EBC-CD81-D5E1-D51DE164B8A0}"/>
              </a:ext>
            </a:extLst>
          </p:cNvPr>
          <p:cNvSpPr txBox="1"/>
          <p:nvPr/>
        </p:nvSpPr>
        <p:spPr>
          <a:xfrm>
            <a:off x="749046" y="2157007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4" name="Rounded Rectangle 28">
            <a:extLst>
              <a:ext uri="{FF2B5EF4-FFF2-40B4-BE49-F238E27FC236}">
                <a16:creationId xmlns:a16="http://schemas.microsoft.com/office/drawing/2014/main" id="{0B00950A-D337-06AC-7983-1AE722FAA235}"/>
              </a:ext>
            </a:extLst>
          </p:cNvPr>
          <p:cNvSpPr/>
          <p:nvPr/>
        </p:nvSpPr>
        <p:spPr>
          <a:xfrm>
            <a:off x="2303908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7265E-6658-DC0A-9E25-BA6762E5DA8E}"/>
              </a:ext>
            </a:extLst>
          </p:cNvPr>
          <p:cNvSpPr txBox="1"/>
          <p:nvPr/>
        </p:nvSpPr>
        <p:spPr>
          <a:xfrm>
            <a:off x="2442782" y="2603767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rPr dirty="0"/>
              <a:t>INSPECTIONS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5278E-A561-1967-525F-CE5CAECBAFB8}"/>
              </a:ext>
            </a:extLst>
          </p:cNvPr>
          <p:cNvSpPr txBox="1"/>
          <p:nvPr/>
        </p:nvSpPr>
        <p:spPr>
          <a:xfrm>
            <a:off x="2442782" y="2815878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7" name="Rounded Rectangle 31">
            <a:extLst>
              <a:ext uri="{FF2B5EF4-FFF2-40B4-BE49-F238E27FC236}">
                <a16:creationId xmlns:a16="http://schemas.microsoft.com/office/drawing/2014/main" id="{3BBC7E51-C57F-C7C0-E57A-E8CC4AC6C55E}"/>
              </a:ext>
            </a:extLst>
          </p:cNvPr>
          <p:cNvSpPr/>
          <p:nvPr/>
        </p:nvSpPr>
        <p:spPr>
          <a:xfrm>
            <a:off x="5266564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1CE14-DBC0-8792-39C7-2D2B032F04B5}"/>
              </a:ext>
            </a:extLst>
          </p:cNvPr>
          <p:cNvSpPr txBox="1"/>
          <p:nvPr/>
        </p:nvSpPr>
        <p:spPr>
          <a:xfrm>
            <a:off x="5397435" y="2567126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t>VIOLATION RECORDS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13FB8-8D7C-DB1B-DB67-7F5C6E707E27}"/>
              </a:ext>
            </a:extLst>
          </p:cNvPr>
          <p:cNvSpPr txBox="1"/>
          <p:nvPr/>
        </p:nvSpPr>
        <p:spPr>
          <a:xfrm>
            <a:off x="5397435" y="2805929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10" name="Rounded Rectangle 34">
            <a:extLst>
              <a:ext uri="{FF2B5EF4-FFF2-40B4-BE49-F238E27FC236}">
                <a16:creationId xmlns:a16="http://schemas.microsoft.com/office/drawing/2014/main" id="{BCEA6B90-EACA-56F8-0D06-2CA47874D61A}"/>
              </a:ext>
            </a:extLst>
          </p:cNvPr>
          <p:cNvSpPr/>
          <p:nvPr/>
        </p:nvSpPr>
        <p:spPr>
          <a:xfrm>
            <a:off x="8229220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FA009-2A5A-34A8-0974-2DDA4DD75BE1}"/>
              </a:ext>
            </a:extLst>
          </p:cNvPr>
          <p:cNvSpPr txBox="1"/>
          <p:nvPr/>
        </p:nvSpPr>
        <p:spPr>
          <a:xfrm>
            <a:off x="8362567" y="2585273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t>FOOD-RELATED 311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E09F4-AB36-B60B-C89D-935629F30EA5}"/>
              </a:ext>
            </a:extLst>
          </p:cNvPr>
          <p:cNvSpPr txBox="1"/>
          <p:nvPr/>
        </p:nvSpPr>
        <p:spPr>
          <a:xfrm>
            <a:off x="8362567" y="2805929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33" name="Rounded Rectangle 58">
            <a:extLst>
              <a:ext uri="{FF2B5EF4-FFF2-40B4-BE49-F238E27FC236}">
                <a16:creationId xmlns:a16="http://schemas.microsoft.com/office/drawing/2014/main" id="{B42EF30B-3992-C5AF-579E-A360D87B4CB8}"/>
              </a:ext>
            </a:extLst>
          </p:cNvPr>
          <p:cNvSpPr/>
          <p:nvPr/>
        </p:nvSpPr>
        <p:spPr>
          <a:xfrm>
            <a:off x="2231135" y="6146438"/>
            <a:ext cx="8668512" cy="300082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DAE968-1682-3546-B5BB-E9591FF0ADA8}"/>
              </a:ext>
            </a:extLst>
          </p:cNvPr>
          <p:cNvSpPr txBox="1"/>
          <p:nvPr/>
        </p:nvSpPr>
        <p:spPr>
          <a:xfrm>
            <a:off x="2434972" y="6223548"/>
            <a:ext cx="8257031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dirty="0"/>
              <a:t>Interpretation note: </a:t>
            </a:r>
            <a:r>
              <a:rPr lang="en-US" dirty="0"/>
              <a:t>Figures shown are a</a:t>
            </a:r>
            <a:r>
              <a:rPr dirty="0"/>
              <a:t>ggregated records by neighborhood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CA6AA2-7173-A317-6034-44D444987323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6275F-5642-D197-8A05-0301069371E4}"/>
              </a:ext>
            </a:extLst>
          </p:cNvPr>
          <p:cNvSpPr txBox="1"/>
          <p:nvPr/>
        </p:nvSpPr>
        <p:spPr>
          <a:xfrm>
            <a:off x="2295144" y="3332328"/>
            <a:ext cx="6675120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AE" sz="1050" b="1" dirty="0">
                <a:solidFill>
                  <a:srgbClr val="29323D"/>
                </a:solidFill>
                <a:latin typeface="Aptos"/>
              </a:rPr>
              <a:t>Historical Data Coverage</a:t>
            </a:r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EB15D1-F81D-E412-B96F-E0B9AF0B487A}"/>
              </a:ext>
            </a:extLst>
          </p:cNvPr>
          <p:cNvSpPr/>
          <p:nvPr/>
        </p:nvSpPr>
        <p:spPr>
          <a:xfrm>
            <a:off x="2295144" y="3549712"/>
            <a:ext cx="5249048" cy="28827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A91D1-64B5-B549-D4D9-46D3E516D0A6}"/>
              </a:ext>
            </a:extLst>
          </p:cNvPr>
          <p:cNvSpPr txBox="1"/>
          <p:nvPr/>
        </p:nvSpPr>
        <p:spPr>
          <a:xfrm>
            <a:off x="2412512" y="3579483"/>
            <a:ext cx="1984248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Data Source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0B441A-E3D6-4A70-513A-8E3739901864}"/>
              </a:ext>
            </a:extLst>
          </p:cNvPr>
          <p:cNvSpPr txBox="1"/>
          <p:nvPr/>
        </p:nvSpPr>
        <p:spPr>
          <a:xfrm>
            <a:off x="4659037" y="3586959"/>
            <a:ext cx="764093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Earliest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73BB39-3153-B671-5B0A-D72F57B43ABB}"/>
              </a:ext>
            </a:extLst>
          </p:cNvPr>
          <p:cNvSpPr txBox="1"/>
          <p:nvPr/>
        </p:nvSpPr>
        <p:spPr>
          <a:xfrm>
            <a:off x="6144824" y="3589555"/>
            <a:ext cx="798292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Latest</a:t>
            </a:r>
            <a:endParaRPr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250262-7CEC-0F9E-AA00-31EFD5A01A68}"/>
              </a:ext>
            </a:extLst>
          </p:cNvPr>
          <p:cNvSpPr/>
          <p:nvPr/>
        </p:nvSpPr>
        <p:spPr>
          <a:xfrm>
            <a:off x="2298843" y="3804173"/>
            <a:ext cx="5249048" cy="294344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DC132-D81A-0839-655D-37ACA50642A5}"/>
              </a:ext>
            </a:extLst>
          </p:cNvPr>
          <p:cNvSpPr txBox="1"/>
          <p:nvPr/>
        </p:nvSpPr>
        <p:spPr>
          <a:xfrm>
            <a:off x="2391404" y="3844648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>
                <a:solidFill>
                  <a:srgbClr val="29323D"/>
                </a:solidFill>
                <a:latin typeface="Aptos"/>
              </a:rPr>
              <a:t>Restaurant inspections</a:t>
            </a: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61B10F-6FED-6A75-EA63-3DA8D6F677AF}"/>
              </a:ext>
            </a:extLst>
          </p:cNvPr>
          <p:cNvSpPr txBox="1"/>
          <p:nvPr/>
        </p:nvSpPr>
        <p:spPr>
          <a:xfrm>
            <a:off x="4637929" y="3852124"/>
            <a:ext cx="764093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38F69F7-7B16-B1EC-C5FE-66499736ABFF}"/>
              </a:ext>
            </a:extLst>
          </p:cNvPr>
          <p:cNvSpPr/>
          <p:nvPr/>
        </p:nvSpPr>
        <p:spPr>
          <a:xfrm>
            <a:off x="2299234" y="4061204"/>
            <a:ext cx="5249048" cy="268537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22EC8C-1263-4D49-4AD2-F088B35F2FDA}"/>
              </a:ext>
            </a:extLst>
          </p:cNvPr>
          <p:cNvSpPr txBox="1"/>
          <p:nvPr/>
        </p:nvSpPr>
        <p:spPr>
          <a:xfrm>
            <a:off x="2399818" y="4087929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>
                <a:solidFill>
                  <a:srgbClr val="29323D"/>
                </a:solidFill>
                <a:latin typeface="Aptos"/>
              </a:rPr>
              <a:t>Food-related 311 requests</a:t>
            </a:r>
            <a:endParaRPr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E3DDF5-D72C-27DF-6487-27D98D7A9DDA}"/>
              </a:ext>
            </a:extLst>
          </p:cNvPr>
          <p:cNvSpPr txBox="1"/>
          <p:nvPr/>
        </p:nvSpPr>
        <p:spPr>
          <a:xfrm>
            <a:off x="4646343" y="4140645"/>
            <a:ext cx="764093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96F889-91BF-4944-0203-66B922D210F3}"/>
              </a:ext>
            </a:extLst>
          </p:cNvPr>
          <p:cNvSpPr txBox="1"/>
          <p:nvPr/>
        </p:nvSpPr>
        <p:spPr>
          <a:xfrm>
            <a:off x="6124398" y="3845429"/>
            <a:ext cx="804001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F45CB1-E6ED-25C0-31A7-382080E99E60}"/>
              </a:ext>
            </a:extLst>
          </p:cNvPr>
          <p:cNvSpPr txBox="1"/>
          <p:nvPr/>
        </p:nvSpPr>
        <p:spPr>
          <a:xfrm>
            <a:off x="6132812" y="4109456"/>
            <a:ext cx="804001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F2853CC-6B30-CE52-1001-D9F984532883}"/>
              </a:ext>
            </a:extLst>
          </p:cNvPr>
          <p:cNvSpPr txBox="1"/>
          <p:nvPr/>
        </p:nvSpPr>
        <p:spPr>
          <a:xfrm>
            <a:off x="2303526" y="4577043"/>
            <a:ext cx="3900050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AE" sz="1050" b="1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1050" b="1" dirty="0">
                <a:solidFill>
                  <a:srgbClr val="29323D"/>
                </a:solidFill>
                <a:latin typeface="Aptos"/>
              </a:rPr>
              <a:t> Comparison</a:t>
            </a:r>
            <a:endParaRPr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9325950-31DB-D0FD-D9AA-518D71157D35}"/>
              </a:ext>
            </a:extLst>
          </p:cNvPr>
          <p:cNvSpPr/>
          <p:nvPr/>
        </p:nvSpPr>
        <p:spPr>
          <a:xfrm>
            <a:off x="2303526" y="4767165"/>
            <a:ext cx="5236576" cy="342127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EE6471E-E84A-F345-9D29-9D9BEEB70E01}"/>
              </a:ext>
            </a:extLst>
          </p:cNvPr>
          <p:cNvSpPr txBox="1"/>
          <p:nvPr/>
        </p:nvSpPr>
        <p:spPr>
          <a:xfrm>
            <a:off x="2420894" y="4808401"/>
            <a:ext cx="1105965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AE" sz="950" b="1" dirty="0" err="1">
                <a:solidFill>
                  <a:srgbClr val="29323D"/>
                </a:solidFill>
                <a:latin typeface="Aptos"/>
              </a:rPr>
              <a:t>Neighborhood</a:t>
            </a:r>
            <a:endParaRPr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C08937E-E97C-242C-EB93-CBFB3390339A}"/>
              </a:ext>
            </a:extLst>
          </p:cNvPr>
          <p:cNvSpPr txBox="1"/>
          <p:nvPr/>
        </p:nvSpPr>
        <p:spPr>
          <a:xfrm>
            <a:off x="4635499" y="4795569"/>
            <a:ext cx="834275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AE" sz="950" b="1" dirty="0">
                <a:solidFill>
                  <a:srgbClr val="29323D"/>
                </a:solidFill>
                <a:latin typeface="Aptos"/>
              </a:rPr>
              <a:t>Inspections</a:t>
            </a:r>
            <a:endParaRPr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74D672B-9542-2E93-0402-6E619B49445E}"/>
              </a:ext>
            </a:extLst>
          </p:cNvPr>
          <p:cNvSpPr txBox="1"/>
          <p:nvPr/>
        </p:nvSpPr>
        <p:spPr>
          <a:xfrm>
            <a:off x="6125792" y="4805774"/>
            <a:ext cx="916954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3</a:t>
            </a:r>
            <a:r>
              <a:rPr lang="en-AE" sz="950" b="1" dirty="0">
                <a:solidFill>
                  <a:srgbClr val="29323D"/>
                </a:solidFill>
                <a:latin typeface="Aptos"/>
              </a:rPr>
              <a:t>11 Requests</a:t>
            </a:r>
            <a:endParaRPr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803E316-896C-EDB8-3EF8-C3152083D2FA}"/>
              </a:ext>
            </a:extLst>
          </p:cNvPr>
          <p:cNvSpPr/>
          <p:nvPr/>
        </p:nvSpPr>
        <p:spPr>
          <a:xfrm>
            <a:off x="2307225" y="5021627"/>
            <a:ext cx="5236576" cy="349331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183FF5A-1354-BB46-36B9-E3A80D391880}"/>
              </a:ext>
            </a:extLst>
          </p:cNvPr>
          <p:cNvSpPr txBox="1"/>
          <p:nvPr/>
        </p:nvSpPr>
        <p:spPr>
          <a:xfrm>
            <a:off x="2399786" y="5073877"/>
            <a:ext cx="1105965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980" dirty="0">
                <a:solidFill>
                  <a:srgbClr val="29323D"/>
                </a:solidFill>
                <a:latin typeface="Aptos"/>
              </a:rPr>
              <a:t> A</a:t>
            </a:r>
            <a:endParaRPr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22AB84-D92F-5DA8-0727-8CA7ACD22F2B}"/>
              </a:ext>
            </a:extLst>
          </p:cNvPr>
          <p:cNvSpPr txBox="1"/>
          <p:nvPr/>
        </p:nvSpPr>
        <p:spPr>
          <a:xfrm>
            <a:off x="4614391" y="5060445"/>
            <a:ext cx="834275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  <a:endParaRPr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01F7CB7-0BBF-693D-A400-3C3FB797ADB1}"/>
              </a:ext>
            </a:extLst>
          </p:cNvPr>
          <p:cNvSpPr/>
          <p:nvPr/>
        </p:nvSpPr>
        <p:spPr>
          <a:xfrm>
            <a:off x="2307616" y="5278657"/>
            <a:ext cx="5236576" cy="318703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FD4CB69-81CB-89FA-1AC0-6D56A2DBF8B6}"/>
              </a:ext>
            </a:extLst>
          </p:cNvPr>
          <p:cNvSpPr txBox="1"/>
          <p:nvPr/>
        </p:nvSpPr>
        <p:spPr>
          <a:xfrm>
            <a:off x="2408200" y="5317158"/>
            <a:ext cx="1105965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980" dirty="0">
                <a:solidFill>
                  <a:srgbClr val="29323D"/>
                </a:solidFill>
                <a:latin typeface="Aptos"/>
              </a:rPr>
              <a:t> B</a:t>
            </a:r>
            <a:endParaRPr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5A06D78-1771-8DBE-12A8-118D2EE67BAE}"/>
              </a:ext>
            </a:extLst>
          </p:cNvPr>
          <p:cNvSpPr txBox="1"/>
          <p:nvPr/>
        </p:nvSpPr>
        <p:spPr>
          <a:xfrm>
            <a:off x="4622805" y="5348966"/>
            <a:ext cx="834275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DFF69DA-8C6E-E12E-36A3-E691E0CD3DDD}"/>
              </a:ext>
            </a:extLst>
          </p:cNvPr>
          <p:cNvSpPr txBox="1"/>
          <p:nvPr/>
        </p:nvSpPr>
        <p:spPr>
          <a:xfrm>
            <a:off x="6105366" y="5080478"/>
            <a:ext cx="79561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0782FF3-718E-328D-1C83-68D0B75C44C2}"/>
              </a:ext>
            </a:extLst>
          </p:cNvPr>
          <p:cNvSpPr txBox="1"/>
          <p:nvPr/>
        </p:nvSpPr>
        <p:spPr>
          <a:xfrm>
            <a:off x="6113780" y="5344505"/>
            <a:ext cx="795619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219DFEC0-B1E8-C409-2900-ADF84EFB4274}"/>
              </a:ext>
            </a:extLst>
          </p:cNvPr>
          <p:cNvSpPr/>
          <p:nvPr/>
        </p:nvSpPr>
        <p:spPr>
          <a:xfrm>
            <a:off x="7942293" y="3516994"/>
            <a:ext cx="3399649" cy="255211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7704F0-BEE2-64BE-1BD7-674741B2F63A}"/>
              </a:ext>
            </a:extLst>
          </p:cNvPr>
          <p:cNvSpPr txBox="1"/>
          <p:nvPr/>
        </p:nvSpPr>
        <p:spPr>
          <a:xfrm>
            <a:off x="8099987" y="3554753"/>
            <a:ext cx="2807823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COMMUNITY PULSE</a:t>
            </a:r>
            <a:endParaRPr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DF093-D9A0-A62B-C1AA-57328ADE4024}"/>
              </a:ext>
            </a:extLst>
          </p:cNvPr>
          <p:cNvSpPr txBox="1"/>
          <p:nvPr/>
        </p:nvSpPr>
        <p:spPr>
          <a:xfrm>
            <a:off x="8099987" y="3742933"/>
            <a:ext cx="3066766" cy="36605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Help us understand what information would be most useful as you explore neighborhood food safety data.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C15BB9-EA52-EECD-C795-40527F6DAB63}"/>
              </a:ext>
            </a:extLst>
          </p:cNvPr>
          <p:cNvSpPr txBox="1"/>
          <p:nvPr/>
        </p:nvSpPr>
        <p:spPr>
          <a:xfrm>
            <a:off x="8138531" y="4172005"/>
            <a:ext cx="3052284" cy="315471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What would help you interpret neighborhood food safety information?</a:t>
            </a:r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2450C51-173C-6F6A-4D2D-FA543EBB4405}"/>
              </a:ext>
            </a:extLst>
          </p:cNvPr>
          <p:cNvSpPr txBox="1"/>
          <p:nvPr/>
        </p:nvSpPr>
        <p:spPr>
          <a:xfrm>
            <a:off x="8312589" y="4550490"/>
            <a:ext cx="2940304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Explain inspection types</a:t>
            </a: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1793F7AE-BF00-17C4-1295-3413D647E042}"/>
              </a:ext>
            </a:extLst>
          </p:cNvPr>
          <p:cNvSpPr/>
          <p:nvPr/>
        </p:nvSpPr>
        <p:spPr>
          <a:xfrm>
            <a:off x="8147695" y="4584481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AAD83E-EA2D-D9FB-D136-078BC635D3EF}"/>
              </a:ext>
            </a:extLst>
          </p:cNvPr>
          <p:cNvSpPr txBox="1"/>
          <p:nvPr/>
        </p:nvSpPr>
        <p:spPr>
          <a:xfrm>
            <a:off x="8300954" y="4755945"/>
            <a:ext cx="2940304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Explain complaint / request categories</a:t>
            </a:r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F2B227A1-1FDE-E156-3674-6E4461B7FEFF}"/>
              </a:ext>
            </a:extLst>
          </p:cNvPr>
          <p:cNvSpPr/>
          <p:nvPr/>
        </p:nvSpPr>
        <p:spPr>
          <a:xfrm>
            <a:off x="8136060" y="4789936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DFE3EE9-82E2-CFA2-3845-6D7840AAF0B2}"/>
              </a:ext>
            </a:extLst>
          </p:cNvPr>
          <p:cNvSpPr txBox="1"/>
          <p:nvPr/>
        </p:nvSpPr>
        <p:spPr>
          <a:xfrm>
            <a:off x="8312589" y="4953952"/>
            <a:ext cx="2940304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Show how records are counted</a:t>
            </a: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BFEF752A-BFD9-20D9-C45A-10EC322BF395}"/>
              </a:ext>
            </a:extLst>
          </p:cNvPr>
          <p:cNvSpPr/>
          <p:nvPr/>
        </p:nvSpPr>
        <p:spPr>
          <a:xfrm>
            <a:off x="8147695" y="4987943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9AFA3E-6231-4A8B-D995-9FAAF09478EC}"/>
              </a:ext>
            </a:extLst>
          </p:cNvPr>
          <p:cNvSpPr txBox="1"/>
          <p:nvPr/>
        </p:nvSpPr>
        <p:spPr>
          <a:xfrm>
            <a:off x="8313648" y="5184560"/>
            <a:ext cx="2940304" cy="195798"/>
          </a:xfrm>
          <a:prstGeom prst="roundRect">
            <a:avLst/>
          </a:prstGeom>
          <a:noFill/>
          <a:ln>
            <a:noFill/>
          </a:ln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sz="1000" dirty="0"/>
              <a:t>Link to official city guidance</a:t>
            </a: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0C6B1976-1423-B342-729E-6B4FE32095AA}"/>
              </a:ext>
            </a:extLst>
          </p:cNvPr>
          <p:cNvSpPr/>
          <p:nvPr/>
        </p:nvSpPr>
        <p:spPr>
          <a:xfrm>
            <a:off x="8148754" y="5218551"/>
            <a:ext cx="116541" cy="1349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6" name="Rounded Rectangle 26">
            <a:extLst>
              <a:ext uri="{FF2B5EF4-FFF2-40B4-BE49-F238E27FC236}">
                <a16:creationId xmlns:a16="http://schemas.microsoft.com/office/drawing/2014/main" id="{3EA510AB-E231-6F56-DA32-D89E513A8D61}"/>
              </a:ext>
            </a:extLst>
          </p:cNvPr>
          <p:cNvSpPr/>
          <p:nvPr/>
        </p:nvSpPr>
        <p:spPr>
          <a:xfrm>
            <a:off x="8300954" y="5398914"/>
            <a:ext cx="1282316" cy="174150"/>
          </a:xfrm>
          <a:prstGeom prst="roundRect">
            <a:avLst>
              <a:gd name="adj" fmla="val 12000"/>
            </a:avLst>
          </a:prstGeom>
          <a:solidFill>
            <a:schemeClr val="accent4">
              <a:lumMod val="50000"/>
            </a:schemeClr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Submit</a:t>
            </a:r>
            <a:r>
              <a:rPr lang="en-US" sz="1050" dirty="0">
                <a:solidFill>
                  <a:schemeClr val="bg1"/>
                </a:solidFill>
              </a:rPr>
              <a:t> response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DC4E89-FC80-0B4A-004C-FA0B58E9FE25}"/>
              </a:ext>
            </a:extLst>
          </p:cNvPr>
          <p:cNvSpPr txBox="1"/>
          <p:nvPr/>
        </p:nvSpPr>
        <p:spPr>
          <a:xfrm>
            <a:off x="9664673" y="5907523"/>
            <a:ext cx="1422407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lang="en-US" sz="900" i="1" dirty="0"/>
              <a:t>Proposed optional feature</a:t>
            </a:r>
            <a:endParaRPr sz="900" i="1" dirty="0"/>
          </a:p>
        </p:txBody>
      </p:sp>
      <p:sp>
        <p:nvSpPr>
          <p:cNvPr id="102" name="Rounded Rectangle 26">
            <a:extLst>
              <a:ext uri="{FF2B5EF4-FFF2-40B4-BE49-F238E27FC236}">
                <a16:creationId xmlns:a16="http://schemas.microsoft.com/office/drawing/2014/main" id="{8B837107-A95B-2FE7-8D97-AA3F6ADB3294}"/>
              </a:ext>
            </a:extLst>
          </p:cNvPr>
          <p:cNvSpPr/>
          <p:nvPr/>
        </p:nvSpPr>
        <p:spPr>
          <a:xfrm>
            <a:off x="8289001" y="5677907"/>
            <a:ext cx="2478437" cy="18000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View</a:t>
            </a:r>
            <a:r>
              <a:rPr lang="en-US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Community Results</a:t>
            </a:r>
            <a:endParaRPr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0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775</Words>
  <Application>Microsoft Office PowerPoint</Application>
  <PresentationFormat>Widescreen</PresentationFormat>
  <Paragraphs>201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Zarah May Zafra</dc:creator>
  <cp:lastModifiedBy>Zarah May Zafra</cp:lastModifiedBy>
  <cp:revision>2</cp:revision>
  <dcterms:created xsi:type="dcterms:W3CDTF">2026-10-24T16:09:42Z</dcterms:created>
  <dcterms:modified xsi:type="dcterms:W3CDTF">2026-10-25T13:18:42Z</dcterms:modified>
</cp:coreProperties>
</file>